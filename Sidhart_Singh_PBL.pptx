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notesSlides/notesSlide3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notesSlides/notesSlide4.xml" ContentType="application/vnd.openxmlformats-officedocument.presentationml.notesSlide+xml"/>
  <Override PartName="/ppt/ink/ink6.xml" ContentType="application/inkml+xml"/>
  <Override PartName="/ppt/notesSlides/notesSlide5.xml" ContentType="application/vnd.openxmlformats-officedocument.presentationml.notesSlide+xml"/>
  <Override PartName="/ppt/ink/ink7.xml" ContentType="application/inkml+xml"/>
  <Override PartName="/ppt/notesSlides/notesSlide6.xml" ContentType="application/vnd.openxmlformats-officedocument.presentationml.notesSlide+xml"/>
  <Override PartName="/ppt/ink/ink8.xml" ContentType="application/inkml+xml"/>
  <Override PartName="/ppt/notesSlides/notesSlide7.xml" ContentType="application/vnd.openxmlformats-officedocument.presentationml.notesSlide+xml"/>
  <Override PartName="/ppt/ink/ink9.xml" ContentType="application/inkml+xml"/>
  <Override PartName="/ppt/notesSlides/notesSlide8.xml" ContentType="application/vnd.openxmlformats-officedocument.presentationml.notesSlide+xml"/>
  <Override PartName="/ppt/ink/ink10.xml" ContentType="application/inkml+xml"/>
  <Override PartName="/ppt/notesSlides/notesSlide9.xml" ContentType="application/vnd.openxmlformats-officedocument.presentationml.notesSlide+xml"/>
  <Override PartName="/ppt/ink/ink11.xml" ContentType="application/inkml+xml"/>
  <Override PartName="/ppt/notesSlides/notesSlide10.xml" ContentType="application/vnd.openxmlformats-officedocument.presentationml.notesSlide+xml"/>
  <Override PartName="/ppt/ink/ink12.xml" ContentType="application/inkml+xml"/>
  <Override PartName="/ppt/notesSlides/notesSlide11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notesSlides/notesSlide12.xml" ContentType="application/vnd.openxmlformats-officedocument.presentationml.notesSlide+xml"/>
  <Override PartName="/ppt/ink/ink15.xml" ContentType="application/inkml+xml"/>
  <Override PartName="/ppt/notesSlides/notesSlide13.xml" ContentType="application/vnd.openxmlformats-officedocument.presentationml.notesSlide+xml"/>
  <Override PartName="/ppt/ink/ink16.xml" ContentType="application/inkml+xml"/>
  <Override PartName="/ppt/notesSlides/notesSlide14.xml" ContentType="application/vnd.openxmlformats-officedocument.presentationml.notesSlide+xml"/>
  <Override PartName="/ppt/ink/ink17.xml" ContentType="application/inkml+xml"/>
  <Override PartName="/ppt/notesSlides/notesSlide15.xml" ContentType="application/vnd.openxmlformats-officedocument.presentationml.notesSlide+xml"/>
  <Override PartName="/ppt/ink/ink18.xml" ContentType="application/inkml+xml"/>
  <Override PartName="/ppt/ink/ink1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4630400" cy="8229600"/>
  <p:notesSz cx="8229600" cy="14630400"/>
  <p:embeddedFontLst>
    <p:embeddedFont>
      <p:font typeface="Bitter" pitchFamily="2" charset="77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3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232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09:58:12.737"/>
    </inkml:context>
    <inkml:brush xml:id="br0">
      <inkml:brushProperty name="width" value="0.35" units="cm"/>
      <inkml:brushProperty name="height" value="0.35" units="cm"/>
      <inkml:brushProperty name="color" value="#1B1D1F"/>
    </inkml:brush>
  </inkml:definitions>
  <inkml:trace contextRef="#ctx0" brushRef="#br0">153 234 24575,'58'0'0,"-20"0"0,-5 0 0,-21 0 0,-1 0 0,-1 0 0,-1 0 0,3 0 0,4 0 0,12 0 0,9 0 0,13 0 0,10 0 0,9 0 0,7 0 0,1 0 0,-4-3 0,-9-1 0,-13-1 0,-13 2 0,-10 2 0,-11 0 0,-5-1 0,-3-1 0,0 1 0,1 1 0,0 0 0,0 1 0,3 0 0,4 0 0,10-4 0,15 0 0,9-4 0,11 0 0,6-1 0,2 1 0,0-1 0,-9 0 0,-15 5 0,-12-2 0,-9 3 0,-8-1 0,-2 1 0,-3 3 0,-1-1 0,-1 1 0,0 0 0,0 0 0,4 0 0,9 0 0,5 0 0,9 0 0,10 0 0,-2 0 0,6 0 0,-6-3 0,-8 0 0,-7-1 0,-9 1 0,-5 3 0,-4-1 0,-2 1 0,0 0 0,-2 0 0,3-2 0,8-1 0,6-1 0,10-2 0,1 1 0,2 1 0,0-3 0,-4 3 0,-5 0 0,-9-1 0,-5 2 0,-5 0 0,0 1 0,0 2 0,-2 0 0,4 0 0,4 0 0,9-4 0,16 0 0,9 0 0,12 0 0,7-1 0,2 0 0,-1 0 0,-8-3 0,-16 4 0,-12-1 0,-10 2 0,-7 1 0,-2 0 0,-3-1 0,-1 1 0,3 1 0,5 0 0,8 1 0,10 0 0,12 0 0,6 0 0,-1 0 0,4 0 0,-4 0 0,3 0 0,-4 0 0,-11 0 0,-7 0 0,-8 0 0,-6 0 0,-5 0 0,-5 0 0,-1 0 0,-2 0 0,1 0 0,3 0 0,13 0 0,1 0 0,0 0 0,-6 0 0,-10 0 0,1 0 0,-3 2 0,2 3 0,-1 0 0,1 5 0,4-2 0,0 3 0,4 1 0,1-2 0,-6-3 0,-1-1 0,-3 0 0,-2 0 0,-1 2 0,-2-1 0,1 0 0,5 2 0,0-2 0,2 4 0,-2-3 0,1 0 0,-1-2 0,0-1 0,1 0 0,-3 1 0,-1-2 0,2 5 0,0-4 0,3 3 0,-3-1 0,-1-1 0,-4 2 0,-2 4 0,0-3 0,3 5 0,2-4 0,3-1 0,-1 0 0,1 3 0,-3 0 0,1 1 0,-2 1 0,-1-3 0,1 0 0,-1-1 0,0 0 0,-3 0 0,1-1 0,-2-1 0,3 1 0,3 2 0,3 8 0,3 7 0,0 2 0,0-1 0,0-4 0,-3-2 0,-1-2 0,-2-4 0,-4-4 0,0 0 0,-3-2 0,0-1 0,0 4 0,0-4 0,0 4 0,0-4 0,0 0 0,-2 3 0,0-3 0,-3 1 0,-3 1 0,0-2 0,-1 4 0,2-4 0,1-1 0,-1 1 0,2-3 0,-2 5 0,0-3 0,0 0 0,0 0 0,0-2 0,-9-2 0,3-1 0,-6 0 0,4 1 0,3 0 0,-4-1 0,0-2 0,-3 0 0,1 0 0,-1 0 0,0 0 0,0 0 0,1 0 0,2 0 0,-2 0 0,3 0 0,-4 0 0,1 0 0,0 0 0,0 0 0,4 0 0,-1 0 0,3 0 0,-4-2 0,-13-2 0,-9 1 0,-11 0 0,-9 2 0,0 1 0,4-1 0,8 1 0,12 0 0,10 0 0,1 0 0,5 0 0,5 0 0,1 0 0,4 0 0,-21 4 0,-14 5 0,-12 5 0,-6 3 0,11-1 0,1-3 0,5-2 0,10-2 0,6-3 0,8 0 0,3-3 0,2-2 0,-1 0 0,-5-1 0,-21 5 0,-12 1 0,-6 3 0,3 0 0,19-2 0,6-1 0,3-3 0,4 0 0,4-2 0,4-1 0,5 0 0,1 0 0,-3 0 0,-41 4 0,-27 5 0,-16 0 0,1 0 0,35-1 0,19-4 0,11 0 0,12-1 0,6-3 0,-3 0 0,-9 0 0,-21 0 0,-34 0 0,-18 0-492,41 0 0,-2 0 325,-5 0 1,0 0 166,1 0 0,0 0 0,0 0 0,2 0 0,-37 0 0,25 0 0,26 0 0,16 0 0,9 0 0,10 0 983,1 0-649,-1 0-334,-9 0 0,-11 0 0,-9 0 0,-12 0 0,-1 0 0,4 0 0,5 0 0,13 0 0,7 0 0,5 0 0,3 0 0,6 0 0,0 0 0,1 0 0,-2 0 0,-8 0 0,-19 0 0,-5 0 0,-12 0 0,-3 0 0,7-3 0,-5-1 0,12 0 0,8 0 0,12 1 0,10 0 0,4 0 0,4-1 0,3-3 0,3-5 0,2-1 0,0 0 0,0 3 0,0-4 0,0-1 0,0-4 0,0 1 0,0 0 0,0 1 0,0 1 0,0 0 0,0-3 0,-2-7 0,-4-2 0,-4-7 0,-4-7 0,2-8 0,-1-5 0,3 0 0,5 4 0,1 5 0,3 7 0,1 11 0,2 11 0,1 9 0,10 6 0,1 2 0,3 0 0,-3 0 0,-2 2 0,-2 2 0,1 3 0,-1 3 0,-1 0 0,-2 1 0,1-1 0,-1-1 0,0 1 0,-1-3 0,0 0 0,1-1 0,0 1 0,1 0 0,-1 0 0,1 1 0,0 0 0,0 0 0,-3-1 0,1 1 0,-1 0 0,-2 1 0,-1 1 0,-2 0 0,0-2 0,0 5 0,0-3 0,0 3 0,0-3 0,0 1 0,0-1 0,0 1 0,0-1 0,0 0 0,0 1 0,0 3 0,0 0 0,0 1 0,0-1 0,0-5 0,0 3 0,2 0 0,2 1 0,3-1 0,2 0 0,1-1 0,0-1 0,0 1 0,-2-1 0,0-1 0,-2-2 0,-1-1 0,3-1 0,-3 2 0,2 1 0,-2 1 0,-1-1 0,-1 0 0,1 1 0,2 0 0,1-2 0,2-2 0,1-3 0,0-2 0,0 0 0,-1 0 0,1 0 0,-1 0 0,1-4 0,-1-4 0,1-5 0,2-4 0,-3 2 0,0-2 0,-1 2 0,1-1 0,2 4 0,-3 3 0,0 1 0,-1 2 0,-1-1 0,3 0 0,-4 2 0,3-3 0,-1 3 0,3-2 0,-1 3 0,0-1 0,1 0 0,0 0 0,0 1 0,0 0 0,0 1 0,-1 0 0,0-1 0,0 2 0,3-1 0,4-1 0,9 0 0,5 0 0,6-2 0,6 1 0,-3 0 0,0 1 0,-7 1 0,-4-1 0,-4 0 0,-6 1 0,-4 3 0,-4 0 0,-1 0 0,0 0 0,0 0 0,0-4 0,1 3 0,-1-3 0,1 3 0,8-2 0,5-2 0,10 1 0,9 0 0,2 4 0,4 0 0,-5 0 0,-6 0 0,-5 0 0,0 0 0,1-3 0,1 0 0,-2 0 0,-4 0 0,-3 2 0,-2 1 0,-3-1 0,-1 1 0,-1 0 0,1 0 0,3 0 0,1 0 0,3 0 0,-3 0 0,-3 0 0,-1 0 0,0 0 0,3 0 0,1 0 0,-1 0 0,-3 0 0,0 0 0,0 0 0,-4 0 0,3 0 0,1 0 0,0 0 0,3 0 0,-4 0 0,0 0 0,-1 0 0,-1 0 0,0 0 0,0 0 0,1 0 0,1-2 0,1-2 0,-1 1 0,1 0 0,0 2 0,-1 1 0,-2-2 0,2-1 0,-3 0 0,0 1 0,-2 1 0,-4 1 0,0 0 0,4 0 0,-3 0 0,7 0 0,-3 0 0,1 0 0,2 0 0,1 0 0,5-2 0,3-2 0,0 1 0,1 0 0,0 2 0,4 1 0,1 0 0,0 0 0,-4 0 0,-2 0 0,2-2 0,1-1 0,2-1 0,-3 1 0,-1 2 0,-3 1 0,-1 0 0,0-3 0,-3-1 0,2 1 0,0 0 0,-2 2 0,2 1 0,-5 0 0,1-3 0,1 0 0,1-1 0,3 1 0,0 3 0,3 0 0,1 0 0,-1 0 0,-2 0 0,-4 0 0,-5 0 0,-4 0 0,0 0 0,-1 0 0,0 0 0,0 0 0,-1 0 0,2 0 0,3 0 0,6 0 0,4 0 0,2 0 0,5 0 0,1 0 0,1 0 0,-4 0 0,-5 0 0,-5 0 0,-4 0 0,-1 0 0,-4 0 0,-1 0 0,0 0 0,2 0 0,5 0 0,10 0 0,6 0 0,-6 0 0,4 0 0,-3 0 0,1 0 0,-1 0 0,-10 0 0,-5 2 0,-3 0 0,0-1 0,3-4 0,-2 0 0,7-2 0,-1 5 0,1 2 0,1 3 0,-3 2 0,-1 1 0,-4-1 0,-6-2 0,-23-4 0,7-3 0,-16-5 0,17-2 0,3-1 0,0-1 0,2 1 0,3 0 0,-2-1 0,2 1 0,0-1 0,1 1 0,-1 0 0,1 1 0,-3 0 0,1 0 0,1 0 0,-1-1 0,1 0 0,-2-1 0,-2 1 0,1-1 0,1 1 0,1 2 0,1 1 0,-4-1 0,2 0 0,-3 1 0,2-1 0,0 2 0,-1-1 0,0 2 0,0 0 0,-2 3 0,0 0 0,0 2 0,-2 0 0,-2 0 0,-3 0 0,-8 0 0,-4 0 0,-8 0 0,-10 0 0,-5 0 0,-11 0 0,-15 0 0,-19 0-442,43-1 0,-1 2 442,-2 0 0,0 2 0,-3 2 0,0 2 0,3 1 0,0 1 0,-2 2 0,1-1 0,0 0 0,1 0 0,4 0 0,-1 0 0,0 0 0,-1 0 0,0 1 0,1 0-10,3-1 1,2 1 9,-42 9 0,13-1 0,10 0 0,8-2 0,12-1 0,7-3 0,7-3 882,0-3-882,0 0 21,1 3-21,1-3 0,4 1 0,0 1 0,-2-2 0,1 0 0,2-1 0,6-2 0,4 1 0,1 0 0,-4 0 0,0 1 0,-3-2 0,3-1 0,3 0 0,2 0 0,4-1 0,-1 1 0,0-3 0,1 0 0,-1 0 0,1 0 0,-3 0 0,0 0 0,-4 0 0,0 0 0,2 0 0,1 0 0,4 0 0,0 0 0,1 0 0,1 0 0,-2 0 0,1 0 0,-3 0 0,-2 0 0,-4 0 0,0 0 0,-5 0 0,-1 0 0,-1 0 0,-2 0 0,-2 0 0,-3 0 0,-5 0 0,5 0 0,6 0 0,-1 0 0,3 0 0,-6 0 0,2 0 0,7 0 0,4 0 0,5 0 0,1 0 0,0 0 0,-3 0 0,-1 0 0,0 0 0,1 0 0,-4 0 0,-6 0 0,-2 0 0,1 0 0,6 0 0,2 0 0,1 0 0,2 0 0,2 0 0,1 0 0,1 0 0,0 0 0,-1 0 0,3-3 0,-4-2 0,4 0 0,-6-2 0,2 0 0,-4 0 0,-3-4 0,-3-1 0,-1-4 0,0 0 0,0-1 0,-2 0 0,2 3 0,4 2 0,4 2 0,5 2 0,5 5 0,2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09:58:22.965"/>
    </inkml:context>
    <inkml:brush xml:id="br0">
      <inkml:brushProperty name="width" value="0.35" units="cm"/>
      <inkml:brushProperty name="height" value="0.35" units="cm"/>
      <inkml:brushProperty name="color" value="#1B1D1F"/>
    </inkml:brush>
  </inkml:definitions>
  <inkml:trace contextRef="#ctx0" brushRef="#br0">5 106 24575,'30'0'0,"-3"0"0,-17 0 0,-1 0 0,3 0 0,1 0 0,4 0 0,4 0 0,6 0 0,11 0 0,11 0 0,13 0 0,7 0 0,6 0 0,-8 0 0,-1 0 0,-5 0 0,-5 0 0,1 0 0,-6 0 0,-4 0 0,-6 0 0,-10 0 0,-6 0 0,-6 0 0,-3 0 0,-1 0 0,-5 0 0,4 0 0,4 0 0,5 0 0,8 0 0,5 0 0,11 0 0,13 0 0,2 0 0,0 0 0,-4 0 0,-11 0 0,-9 0 0,-8 0 0,-10 0 0,-4 0 0,-2 0 0,-4 0 0,4 0 0,8 0 0,11 0 0,20 0 0,15 0 0,15 0 0,16 0-396,-48 0 1,1 0 395,0 0 0,0 0 0,44 0-155,-8-8 155,-19-3 0,-15 1 0,-14 1 0,-17 9 0,-5 0 785,-6 0-785,-3 0 161,-1 0-161,1 0 0,4 0 0,9 0 0,14 0 0,18 0 0,14-4 0,8-1 0,2-4 0,-1-1 0,1 5 0,-13-3 0,-10 5 0,-16-1 0,-16 1 0,-6 3 0,-7 0 0,-1 0 0,2 0 0,-2 0 0,4 0 0,9 0 0,11 0 0,9 0 0,5 0 0,1 0 0,0-3 0,-2-1 0,-4 0 0,-10 1 0,-10 2 0,-5 0 0,-5 1 0,-1 0 0,-1 0 0,8 0 0,5 0 0,9 0 0,5 2 0,0 5 0,-3 4 0,-9 0 0,-3-1 0,-9-3 0,0-2 0,-1-1 0,-5 0 0,-1 5 0,-3-2 0,-2 6 0,-1-5 0,0 0 0,0 4 0,0-2 0,0 3 0,0-4 0,0 1 0,0 0 0,0 0 0,0 0 0,0 0 0,0-1 0,0-1 0,0 5 0,0-3 0,0 4 0,0-4 0,0 0 0,0 0 0,0 0 0,0-1 0,5 1 0,-3-1 0,5 0 0,-5-1 0,2-1 0,0 5 0,1-6 0,0 3 0,0 2 0,-1-2 0,1 4 0,-1-4 0,-2-1 0,4 1 0,-5-1 0,3 2 0,-1 0 0,-1 0 0,3 0 0,0 1 0,-1-1 0,1 0 0,-2 0 0,1 0 0,-2-2 0,1 1 0,0 2 0,0-3 0,-1 3 0,2-3 0,-1 2 0,0 0 0,2 1 0,-2-1 0,0-1 0,-1 1 0,-2-1 0,3 0 0,-1-1 0,1 1 0,-2 0 0,-1 0 0,-10-2 0,-1-3 0,-10-2 0,2-2 0,-4 0 0,0 0 0,-1 0 0,2 0 0,-1 0 0,-1 0 0,-2 0 0,-1 0 0,0 0 0,0 0 0,4 0 0,0 0 0,5 0 0,0 0 0,1 0 0,2 0 0,3 0 0,3 0 0,-1 0 0,0 0 0,0 0 0,0 0 0,-1 0 0,1 0 0,-1 0 0,1 0 0,-1 0 0,1 0 0,-1 0 0,-2 0 0,-2 0 0,2 0 0,-2-2 0,0-1 0,-5-2 0,-34-2 0,-35 3-492,35 2 0,-3 1 285,-10 0 0,0 1 207,7 1 0,3 1-133,4 2 0,3 0 133,-47 6 0,22 3 0,13-1 0,16-4 0,17 0 0,10-5 0,6-3 983,5 0-588,0 0-109,-5 0-286,-2 0 0,-20 0 0,-8 0 0,-5 0 0,0 0 0,11 0 0,2 2 0,2 1 0,7 0 0,5 0 0,7 0 0,4 0 0,2 0 0,-6-1 0,-14 1 0,-30 9 0,-14 2 0,-8-1 0,6-1 0,22-7 0,8 1 0,14 0 0,10-3 0,5 0 0,6-1 0,0-2 0,-3 0 0,-7 0 0,-12 0 0,-9 0 0,-8 0 0,-1 0 0,4 0 0,6 0 0,7 0 0,9 0 0,6 0 0,5 0 0,3 0 0,-7 3 0,-11 4 0,-16 2 0,-17 3 0,-11-3 0,-13 1 0,-2 1-984,-7 0 286,11-1 698,18-4 0,9-1 0,18-5 0,3 0 0,7 0 0,8 0 0,3 0 983,3 0-284,-3 0-699,-9 0 0,-10 0 0,0 0 0,-3 0 0,6 0 0,3 0 0,-2 0 0,2 0 0,5 0 0,3 0 0,8-2 0,4-1 0,4-2 0,-3-2 0,2-1 0,-2 0 0,1-1 0,-5 0 0,0-1 0,-3-1 0,1-3 0,1-3 0,1-2 0,0 1 0,2 3 0,4 3 0,3-2 0,3-1 0,0 0 0,-1 1 0,1 4 0,0 0 0,0 1 0,0-3 0,0 0 0,-2-4 0,-1-5 0,-1-1 0,-1-4 0,1 0 0,0-1 0,1 0 0,0 0 0,-1 3 0,0 5 0,1 4 0,3 5 0,2 2 0,10 4 0,-3 2 0,12 2 0,-4 0 0,6 0 0,3 0 0,0 0 0,1 0 0,4 0 0,-2 0 0,0 0 0,-2 0 0,-4 0 0,3 0 0,0 0 0,1 0 0,-3 0 0,-1 3 0,-4 0 0,0 0 0,0 0 0,-4-2 0,3-1 0,-3 0 0,-1 0 0,3 0 0,-3 0 0,-1 0 0,2 0 0,0 0 0,3 1 0,3 2 0,0-1 0,2 1 0,3-3 0,-2 0 0,-2 0 0,1 0 0,0 0 0,4 0 0,-1 0 0,0 0 0,-2 0 0,-2 0 0,4 0 0,10 0 0,3 0 0,3 0 0,-1 0 0,-5 0 0,1 0 0,-5 0 0,1 0 0,-3 0 0,-1 0 0,-1 0 0,-5 0 0,0 0 0,-1 0 0,-6 0 0,0-2 0,6-1 0,2 0 0,10-3 0,5-2 0,9 0 0,7-3 0,6-2 0,2 3 0,-5-3 0,-1 4 0,-11 1 0,-7 1 0,-7 0 0,-5 0 0,-4 3 0,-7 1 0,-3 3 0,-5 0 0,1 0 0,1 0 0,0 0 0,0 0 0,4 0 0,4 0 0,8-3 0,10-1 0,6 0 0,13 0 0,2 3 0,5 1 0,0 0 0,-6-3 0,-10-2 0,-13 1 0,-8 0 0,-6 4 0,0-1 0,-3-2 0,-1 0 0,-3 1 0,-1 1 0,2-2 0,5 0 0,10-1 0,4 1 0,11 3 0,6-4 0,1 0 0,3 0 0,-5-3 0,1 4 0,0-1 0,2-3 0,-5 2 0,-6 0 0,-7 2 0,-7 2 0,-5 0 0,-6 1 0,-4 0 0,0 0 0,-1 0 0,0 0 0,-2 0 0,8 0 0,4 0 0,9 0 0,2 0 0,0 0 0,-3 0 0,-1 0 0,-3 0 0,-5 0 0,-4 0 0,-4 0 0,0 0 0,-3 2 0,-3 9 0,-1-4 0,0 6 0,3-8 0,3 0 0,0 2 0,-1-1 0,4 5 0,5 0 0,2 2 0,3 0 0,-6-2 0,-4-2 0,-1 1 0,-5-1 0,-1 1 0,-1 0 0,-1 0 0,-1 0 0,-1 1 0,-1-1 0,-1 1 0,0-1 0,-3-3 0,-5 1 0,-8 1 0,-6 1 0,-2 0 0,1-1 0,4-3 0,-1-1 0,1 1 0,3-2 0,-2 2 0,2 0 0,1 0 0,3 2 0,4-3 0,0 0 0,0 2 0,-1 0 0,-1 1 0,1-2 0,0 0 0,0-1 0,-3 2 0,-2 1 0,-3-1 0,-4-1 0,-2-1 0,-3-1 0,-1 0 0,0-1 0,0-2 0,1-1 0,-1 0 0,0 0 0,-4 0 0,-19 3 0,-23 6 0,-17 2 0,41-3 0,-3 0-492,-5-2 0,-3 0 156,-18 1 0,-4 0-156,-11 0 0,-2 0 0,-1-1 0,0-1 427,5-1 0,3 0 65,15-3 0,3 0-260,7-1 1,3 0 259,7 1 0,3-1 0,-22 0 0,24 0 983,14 0-540,11 0 540,5 0 0,6 0-102,3 0-881,-6 0 0,-16 0 0,-24 0 0,-34 0 0,35 0 0,-2 0-473,-3 0 1,-3 0 472,-2 0 0,-2 0 0,4-2 0,-1-1 0,1 0 0,1 0 0,7-2 0,2 0-249,-27-4 249,25 5 0,23 0 0,10 2 0,8 0 0,-2-1 932,-2 1-932,-11 1 262,-14 1-262,-9 0 0,-26 0 0,0 0 0,8 0 0,11 0 0,27 0 0,9 0 0,10 0 0,6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05:02.665"/>
    </inkml:context>
    <inkml:brush xml:id="br0">
      <inkml:brushProperty name="width" value="0.35" units="cm"/>
      <inkml:brushProperty name="height" value="0.35" units="cm"/>
      <inkml:brushProperty name="color" value="#1B1D1F"/>
    </inkml:brush>
  </inkml:definitions>
  <inkml:trace contextRef="#ctx0" brushRef="#br0">0 0 24575,'0'0'0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09:58:36.078"/>
    </inkml:context>
    <inkml:brush xml:id="br0">
      <inkml:brushProperty name="width" value="0.35" units="cm"/>
      <inkml:brushProperty name="height" value="0.35" units="cm"/>
      <inkml:brushProperty name="color" value="#1B1D1F"/>
    </inkml:brush>
  </inkml:definitions>
  <inkml:trace contextRef="#ctx0" brushRef="#br0">0 292 24575,'0'61'0,"4"-1"0,4 7 0,5-4 0,0-6 0,-1-2 0,-2-15 0,-3-10 0,0-10 0,-2-8 0,-2 2 0,1-4 0,-1-2 0,2-1 0,5-3 0,-3-2 0,5-3 0,-4-1 0,2-3 0,-1-1 0,1 0 0,0-1 0,0 2 0,-3 0 0,1 0 0,1 1 0,-1-1 0,5 1 0,-3-1 0,0 1 0,3 2 0,9 1 0,5 1 0,9 0 0,6-1 0,2 1 0,1 0 0,-7 0 0,-2 0 0,-7 0 0,-4 0 0,-5 0 0,-7 0 0,-1 0 0,0 0 0,-1 0 0,-1 0 0,0 0 0,0 0 0,0 0 0,0 0 0,0 0 0,3 0 0,5 0 0,2 0 0,0 0 0,-1 0 0,-2 0 0,-2 0 0,3 0 0,-3 0 0,3 0 0,1 0 0,-1 0 0,1 0 0,0 0 0,-1 0 0,1 0 0,2 0 0,2 0 0,0 0 0,0 0 0,-4 0 0,1 0 0,-1 0 0,0 0 0,-1 0 0,-2 0 0,-1 0 0,-4 0 0,0 0 0,-1 0 0,0 0 0,0 0 0,0 0 0,0 0 0,1 0 0,4 0 0,4 0 0,8 0 0,8 0 0,2 0 0,4 0 0,-2 0 0,0 0 0,3 0 0,-2 0 0,-2 0 0,-5 0 0,-9 0 0,-5 0 0,-6 0 0,-3 0 0,-1-1 0,0-1 0,3-1 0,3 1 0,6 1 0,4 0 0,5 1 0,7 0 0,5 0 0,11-1 0,3 1 0,2 0 0,-7 0 0,-8-3 0,-5-2 0,-9 1 0,-3 0 0,-9 4 0,-4 0 0,-1 0 0,-3 0 0,1-1 0,3-2 0,4 1 0,9 0 0,15 2 0,10-1 0,11 1 0,1 0 0,-7 0 0,-2 0 0,-11 0 0,-5 0 0,-8 0 0,-8 0 0,-5-2 0,-4 0 0,-1-1 0,-2 1 0,1 1 0,-2 1 0,9 0 0,11 0 0,5 0 0,8 0 0,4 0 0,3 0 0,6 0 0,0 0 0,-9 0 0,-5 0 0,-10 0 0,-9 0 0,-6 0 0,-4 0 0,-2 0 0,-1 0 0,8 0 0,8 2 0,14 6 0,3 0 0,9 7 0,5-2 0,-5-1 0,-6-2 0,-21-4 0,-9 0 0,-5-3 0,-1-1 0,0-2 0,0 0 0,0 0 0,10 4 0,5 3 0,13 3 0,2 1 0,-4 1 0,-2-3 0,-10 0 0,-2-2 0,-5-3 0,-3 1 0,-4 0 0,-4 0 0,-23 0 0,7-3 0,-16-2 0,16 0 0,1-3 0,0 0 0,0-1 0,1-1 0,0 3 0,-3-2 0,-1 1 0,-1 0 0,-2-1 0,-2 3 0,-4-2 0,-1 0 0,-3-1 0,1-1 0,0 2 0,-7-4 0,6 1 0,-2 1 0,1 2 0,9 2 0,-2-1 0,5-1 0,-1 0 0,-5 0 0,-1 2 0,-3 1 0,-1-1 0,-1 1 0,3 0 0,1 0 0,-10 0 0,-4 0 0,-3 0 0,2 0 0,11 0 0,1 0 0,4 0 0,5 0 0,4 0 0,3 0 0,1 0 0,-2 0 0,-1 0 0,-5 2 0,-4 2 0,-9-1 0,-3 3 0,0-2 0,5-1 0,6 0 0,4-3 0,4 0 0,2 0 0,3 0 0,-2 0 0,-9 0 0,-10 0 0,-6 0 0,-5 0 0,3 0 0,0 0 0,-18 5 0,1 1 0,1 2 0,5 0 0,18-2 0,1 0 0,4-2 0,8-1 0,2-3 0,5 3 0,3-1 0,-8 1 0,0-1 0,-9 1 0,-1 0 0,-3 0 0,0 0 0,2 0 0,5 0 0,8-1 0,2 1 0,3-3 0,-6 0 0,-6 0 0,-4 2 0,-5 1 0,3 1 0,3-1 0,1-3 0,3 0 0,5 2 0,1 1 0,2 0 0,1-1 0,-3-2 0,-4 0 0,-3 0 0,-2 0 0,4 0 0,-3 0 0,-3 0 0,-8 0 0,0 0 0,4 0 0,4 0 0,6 0 0,1 0 0,5 0 0,1 0 0,1 0 0,-3 0 0,-6 0 0,-3 0 0,-13 0 0,-8 0 0,-8 0 0,2 0 0,7 0 0,1 0 0,3 0 0,1 0 0,2 0 0,2 0 0,3 0 0,5 0 0,9 0 0,4 0 0,1 0 0,-1 0 0,0 0 0,-14 0 0,-7 0 0,-2 0 0,-6 0 0,1 0 0,-8 0 0,-2 0 0,1 0 0,8 0 0,9 0 0,4 0 0,8 0 0,5 0 0,2 0 0,3 0 0,-4 0 0,-8 0 0,-6 0 0,-7 0 0,-5 0 0,-3-3 0,0-1 0,5-3 0,6 0 0,8 3 0,6 1 0,5 2 0,5-1 0,4-5 0,3-8 0,2-2 0,-2-4 0,-2 3 0,1-1 0,-3-3 0,2-1 0,0-4 0,-2-4 0,1-1 0,-1 2 0,0-1 0,0 0 0,-1-11 0,-3-22 0,1-4 0,-1-2 0,2 1 0,3 10 0,2 5 0,2 8 0,0 15 0,1 9 0,0 7 0,2 6 0,5 4 0,5 9 0,2 1 0,0 6 0,-4-3 0,1 0 0,-1-2 0,1-1 0,-1 0 0,0 0 0,0 0 0,0 0 0,0 2 0,-2-3 0,1 3 0,-1-3 0,0 1 0,0 0 0,4 0 0,-3 0 0,6 1 0,-5 0 0,0 0 0,0-1 0,0-1 0,3-1 0,2 1 0,5 1 0,6 1 0,6 3 0,9 0 0,5 2 0,-2 1 0,0-4 0,-8 0 0,-5-1 0,-6-3 0,-9 0 0,-1-2 0,-5-1 0,1-1 0,-1 0 0,0 0 0,-1 0 0,0 0 0,-1 0 0,1 0 0,0 0 0,1 0 0,0 0 0,3 0 0,2 0 0,3 0 0,0 0 0,1 0 0,2 0 0,-2 0 0,3 0 0,-3 0 0,-2 0 0,-1 0 0,-3 0 0,-2 0 0,0 0 0,0 0 0,-1 0 0,-44 0 0,8 0 0,-40 0 0,18 0 0,-6 0 0,-2 0 0,3 0 0,7 0 0,13 0 0,9 0 0,3 3 0,2 0 0,2 2 0,-2 1 0,0-2 0,-1 2 0,1-2 0,4-1 0,3-1 0,-2 1 0,-1 2 0,1 0 0,0-3 0,3 2 0,2 0 0,0 3 0,2 1 0,3 0 0,2 1 0,2 0 0,0 0 0,0 1 0,0 1 0,0-1 0,0 0 0,0 1 0,0-1 0,0 0 0,0 0 0,0-1 0,2 0 0,1-1 0,2 1 0,2 0 0,0-2 0,1 1 0,2-2 0,3 0 0,1-4 0,4-1 0,0-1 0,1 0 0,-1 0 0,1 0 0,3 0 0,-4 0 0,4 0 0,-5 0 0,-4-2 0,2-2 0,-2-2 0,4-2 0,1 1 0,-3 1 0,0 0 0,-4 0 0,0 1 0,-1 2 0,0-2 0,1 2 0,-1 0 0,0 0 0,0 3 0,-1 0 0,0 0 0,4 0 0,-4 0 0,5 0 0,-4 0 0,0 0 0,0 0 0,0 0 0,0 0 0,1 0 0,-1 0 0,-1 0 0,0 0 0,0 0 0,0 0 0,0 0 0,1 0 0,0 0 0,0 0 0,1 0 0,-1 0 0,0 0 0,4 0 0,4 0 0,1 0 0,8 0 0,1 0 0,0 0 0,3 0 0,-3 0 0,-1 0 0,2 0 0,-1 0 0,-4 0 0,-1 0 0,-3 0 0,-4 0 0,-1 0 0,-4 0 0,0 0 0,-1 0 0,0 0 0,0 0 0,3 0 0,3 0 0,3 0 0,7 0 0,11 0 0,10 0 0,7 0 0,1 0 0,-9 0 0,-5 0 0,-8 0 0,-4 0 0,-5 0 0,-5 0 0,-5 0 0,-3 0 0,-1 0 0,-1 0 0,0 0 0,3 0 0,-2 0 0,7 0 0,4 0 0,11 0 0,9 0 0,2 0 0,1 0 0,-1 0 0,-3 0 0,2 0 0,-8 0 0,-6 0 0,-2 0 0,-8 0 0,1 0 0,-3 0 0,-3 0 0,1 0 0,0 0 0,4 0 0,4 0 0,0 0 0,1 0 0,-1 0 0,1 0 0,4 0 0,-5 0 0,0 0 0,-4 0 0,-5 0 0,0 0 0,-5 0 0,1 0 0,1 0 0,1 0 0,-1 0 0,0 0 0,0 0 0,3 0 0,5 0 0,5 0 0,2 0 0,1 3 0,0 4 0,-2 0 0,-2 1 0,1-2 0,-3-1 0,0 0 0,-5-1 0,-3-2 0,-1 1 0,0 0 0,-1 0 0,0 1 0,0-2 0,2 3 0,3 1 0,5-1 0,2 3 0,5 2 0,8 3 0,3 1 0,-1 0 0,-4 0 0,-7-1 0,-6-1 0,-5-2 0,-4-5 0,0-2 0,-3 0 0,3-1 0,-4 1 0,3-1 0,-1-2 0,9 3 0,7 0 0,5 3 0,2 1 0,-5-3 0,-1-1 0,-3-1 0,-4 1 0,-4-1 0,0 1 0,2-3 0,-1 0 0,1 0 0,-2 0 0,4 0 0,-1 0 0,-3 0 0,-1 0 0,1 0 0,0 0 0,3 0 0,0 0 0,-3 0 0,-1 0 0,-6 0 0,1 0 0,0 0 0,0 0 0,1 0 0,-2-2 0,-2-10 0,-3 4 0,-3-7 0,0 6 0,0 0 0,0-1 0,0 0 0,0-4 0,0 0 0,0-1 0,0 1 0,0 3 0,0 0 0,2 1 0,0 1 0,4 0 0,-4 2 0,2-5 0,-4 3 0,0-3 0,0 3 0,0 0 0,0-3 0,0 3 0,1-1 0,9 29 0,-3-7 0,8 21 0,-6-15 0,3 1 0,4 3 0,-1-1 0,1-3 0,0 1 0,-2-6 0,1 2 0,-5-1 0,-4-3 0,-2 0 0,-4 0 0,0-1 0,0 0 0,0-1 0,0-1 0,0 4 0,0-2 0,0 2 0,0-4 0,0 1 0,0 3 0,0-3 0,0 2 0,0-2 0,0-40 0,0 21 0,0-36 0,-2 26 0,-1-3 0,0-1 0,-3-5 0,2-1 0,0-1 0,1 2 0,2 7 0,1 3 0,0 3 0,0 2 0,0 4 0,0 2 0,0-1 0,0 0 0,0 0 0,0 0 0,0 1 0,0-4 0,0 3 0,0-4 0,-2 6 0,-5 0 0,-1 1 0,-3 3 0,1 1 0,2 2 0,-1-2 0,-1 0 0,1-1 0,-1 1 0,-1 0 0,1-1 0,-4 0 0,-1 1 0,-2 0 0,-2 0 0,0-1 0,-4-1 0,-2 0 0,-2 0 0,1 1 0,-1 2 0,-5 1 0,-1-1 0,-10 1 0,-7 0 0,-2 0 0,-16 0 0,3 0 0,-6 0 0,6 0 0,16 0 0,-4 0 0,3 0 0,-1 0 0,5 0 0,11 0 0,8 0 0,3 0 0,4 0 0,-4 0 0,-4 0 0,-1 0 0,-3 0 0,-13 0 0,-8 0 0,-29 0 0,-3 0 0,-9 0 0,-4 0-601,5 0 601,33 0 0,-2 0 0,7 0 0,1 0 0,-3 0 0,1 0 0,-43 0 0,26 0 0,5 0 0,10 0 0,11 0 0,12 0 0,7 0 601,6 0-601,-1 0 0,0 0 0,2 0 0,5 0 0,3 0 0,1 0 0,2 0 0,-4 0 0,0 0 0,-4 0 0,0 0 0,3 0 0,0 0 0,-4 0 0,-5 0 0,-2 0 0,0 0 0,9 0 0,4 0 0,1 0 0,2 0 0,0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09:58:37.427"/>
    </inkml:context>
    <inkml:brush xml:id="br0">
      <inkml:brushProperty name="width" value="0.35" units="cm"/>
      <inkml:brushProperty name="height" value="0.35" units="cm"/>
      <inkml:brushProperty name="color" value="#1B1D1F"/>
    </inkml:brush>
  </inkml:definitions>
  <inkml:trace contextRef="#ctx0" brushRef="#br0">1474 1 24575,'-54'0'0,"-30"0"0,21 0 0,-4 0 0,-6 0 0,-5 0-492,-21 0 0,-2 0 0,1 0 0,2 0 0,6 0 0,2 0 0,0 0 0,4 0 493,26 0 0,5 0-1,-39 0 226,37 0 1,33 0 0,16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09:58:50.281"/>
    </inkml:context>
    <inkml:brush xml:id="br0">
      <inkml:brushProperty name="width" value="0.35" units="cm"/>
      <inkml:brushProperty name="height" value="0.35" units="cm"/>
      <inkml:brushProperty name="color" value="#1B1D1F"/>
    </inkml:brush>
  </inkml:definitions>
  <inkml:trace contextRef="#ctx0" brushRef="#br0">24 578 24575,'36'0'0,"-4"0"0,-14 0 0,0 0 0,-2 0 0,2-6 0,5-5 0,6-1 0,3-1 0,-1 3 0,-9 3 0,-3-1 0,-3 2 0,7-1 0,8-2 0,8-4 0,3-1 0,-7 0 0,-2 2 0,-4 2 0,9-6 0,7-1 0,6-5 0,3 5 0,-9 5 0,-8 1 0,-6 4 0,-1-4 0,3-2 0,5-2 0,2-4 0,-4 3 0,-2 3 0,-8 3 0,-2 3 0,3 0 0,2-3 0,4-1 0,-5-2 0,-8 3 0,-5 4 0,-5 1 0,0 2 0,-1 0 0,0 1 0,0-2 0,7 0 0,6-4 0,4 4 0,4-3 0,1 3 0,18-4 0,10-4 0,12-3 0,5 0 0,-10 2 0,-2 4 0,5-1 0,-9 1 0,-6 3 0,-5-2 0,-16 4 0,1 0 0,-4 1 0,-5 2 0,-1 0 0,-1 1 0,0-1 0,0 1 0,4 0 0,2 0 0,9 0 0,4 0 0,-3 0 0,2 0 0,-4 0 0,-5 0 0,0 0 0,-4 0 0,-2 0 0,-5 0 0,-4 0 0,-5 0 0,-1 0 0,0 0 0,-1 0 0,1 0 0,2 0 0,5 0 0,9 0 0,10 0 0,1 0 0,9 0 0,1 0 0,2 0 0,1 0 0,-10 0 0,-6 0 0,-9 0 0,-6 0 0,-4 0 0,-5 0 0,0 0 0,-1 0 0,4 0 0,4 0 0,5 0 0,7 3 0,6 0 0,7 1 0,9 3 0,8-2 0,3 4 0,-4-1 0,-7-3 0,-13 1 0,-8-2 0,-6-1 0,-8-1 0,-3 1 0,-3-1 0,-1 1 0,0-1 0,0-2 0,0 2 0,-2 0 0,1 2 0,0 0 0,3 1 0,5 1 0,5 1 0,7 2 0,3 2 0,1 3 0,-1-1 0,-8-2 0,-5-2 0,-5-3 0,-4-1 0,-2 2 0,-2-1 0,1 1 0,-1-1 0,3 0 0,1 2 0,1 2 0,-1 0 0,4 1 0,0 0 0,4 0 0,1 4 0,-3 0 0,0-1 0,-2-1 0,-1-3 0,-2 0 0,0 1 0,-2-1 0,-3 0 0,-3 1 0,-3-1 0,3-2 0,-1 4 0,1-5 0,1 3 0,-2-2 0,1 0 0,0 1 0,0 0 0,-1 1 0,0 0 0,0 0 0,0 0 0,1 0 0,1-3 0,-1 3 0,1-2 0,1 2 0,-1-1 0,1 1 0,-6-1 0,0 1 0,-7-1 0,1 0 0,-1-2 0,-4 0 0,-1 1 0,-1-2 0,-1 2 0,2-3 0,-1-1 0,-3-1 0,1-1 0,-2 1 0,-4 0 0,2-1 0,-2-2 0,1 0 0,-2 0 0,0 0 0,0 0 0,0 0 0,-22 0 0,-49 0 0,32 0 0,-3 0-492,-6-1 0,-2-2 390,5 0 0,2-3 102,9-2 0,2-3 0,0-2 0,1 0 0,3-1 0,2 1 0,-34-8 0,17 7 0,23 3 0,10 3 0,12-1 0,9 4 983,4 1-778,1-3-205,1 2 0,-4-2 0,4 2 0,-4 3 0,-12 0 0,-14 2 0,-7 0 0,-1 0 0,7 0 0,4 0 0,-1 0 0,5 0 0,7 0 0,-2 0 0,-5 0 0,-6 0 0,-2 0 0,5 0 0,5 0 0,-1 0 0,5 0 0,5 0 0,5 0 0,4 0 0,0 0 0,-1 0 0,-6 0 0,-4 0 0,-9 0 0,0 0 0,1 0 0,1 0 0,9 0 0,-5 0 0,-4 0 0,-3 0 0,-9 0 0,2 0 0,3 2 0,3 1 0,10 0 0,5 2 0,4-2 0,1 0 0,1 0 0,-4-3 0,-3 0 0,-8 0 0,-6 0 0,0 0 0,-1 0 0,7 0 0,-3 0 0,-1 0 0,-4 0 0,-5 0 0,5 0 0,4 0 0,10 0 0,5 0 0,4 0 0,0 0 0,0 0 0,1 0 0,1 0 0,-4 0 0,-5 0 0,-4 0 0,-2 0 0,1 0 0,3 0 0,1 0 0,-14 0 0,-2 0 0,-2 0 0,2 0 0,13 0 0,2 0 0,0 0 0,3 0 0,1 0 0,1 0 0,3 0 0,-2 0 0,-2 0 0,-4 0 0,-1 0 0,3 0 0,2 0 0,0 0 0,-13 0 0,-6 0 0,-10 0 0,1 0 0,8 0 0,6 0 0,1 0 0,-5 0 0,-2 0 0,-2 0 0,11 0 0,9 0 0,5 0 0,0 0 0,-5-2 0,-4-2 0,-4-1 0,2-2 0,0 3 0,5-1 0,5 1 0,1 1 0,3 1 0,1-1 0,3-8 0,2 2 0,3-7 0,0 7 0,0-3 0,0-2 0,0 1 0,0 1 0,0 2 0,2 2 0,6 1 0,0 1 0,4 1 0,-1 0 0,-1-2 0,0 1 0,0-1 0,1-1 0,3 2 0,0-1 0,1 2 0,-2 0 0,-4 0 0,0 2 0,0-1 0,0 1 0,1 1 0,0-1 0,0 3 0,1-1 0,2 1 0,2 0 0,-1 0 0,4 0 0,-3 0 0,3 0 0,4 0 0,0 0 0,4 0 0,5 0 0,11-3 0,12-5 0,12-5 0,8-4 0,2-2 0,2 0 0,0 3 0,1 1 0,-6 1 0,-8 4 0,-13 1 0,-8 4 0,-6 5 0,-6 0 0,4 0 0,-7 0 0,3 0 0,4 0 0,2 0 0,3 0 0,2 0 0,0 0 0,-3 0 0,-1 0 0,-6 0 0,-5 2 0,-3 2 0,-3-1 0,-3 0 0,-4-3 0,2 0 0,-3 0 0,1 0 0,4 0 0,0 0 0,5 0 0,6 0 0,6 0 0,2 0 0,4 0 0,1 0 0,1 0 0,5 0 0,-5 0 0,0 0 0,-6 3 0,-9 1 0,-3-1 0,-9 2 0,-4-3 0,0 0 0,-4 2 0,3 2 0,5 2 0,5 4 0,3 0 0,5 2 0,3 0 0,-1 0 0,0 3 0,-4 1 0,-4-2 0,-6-2 0,-4-3 0,-4-1 0,-1-1 0,0-2 0,0 0 0,0-3 0,0-1 0,1 1 0,-1-1 0,4 2 0,5 4 0,5-2 0,3 3 0,0-1 0,0-2 0,0 3 0,-2-2 0,-4-2 0,-2 0 0,-1-1 0,1-2 0,1 2 0,-3 0 0,-2-2 0,-3 0 0,0-3 0,0 1 0,-1-1 0,0 0 0,0 0 0,0 0 0,-1 0 0,3 0 0,1 0 0,6 0 0,2 0 0,1 0 0,0 0 0,-2 0 0,-4 0 0,-2 0 0,-3 0 0,0 0 0,-1 0 0,0 0 0,-1 0 0,0 0 0,0 0 0,2 0 0,5 0 0,5 0 0,3 0 0,2 2 0,1 4 0,0 1 0,-3 1 0,-5-2 0,-4 0 0,-4-1 0,-1-2 0,0-1 0,-2-1 0,-1 10 0,-1-3 0,-1 8 0,4-4 0,-1 1 0,2 1 0,1 0 0,-2-4 0,-1-2 0,-1-3 0,-2 3 0,2-1 0,1 4 0,2-1 0,-3 0 0,1-2 0,-3-1 0,0 1 0,2 0 0,-2 1 0,0-1 0,1 0 0,-3-2 0,6 1 0,-2 0 0,3 1 0,1 0 0,-1-1 0,0 1 0,0-3 0,0 3 0,-1-3 0,-2-1 0,2 3 0,-4-3 0,4 2 0,-1 0 0,2-2 0,0 5 0,0-1 0,0 2 0,0 0 0,4 1 0,1 0 0,-2-1 0,-1-1 0,-3-2 0,-2 0 0,-1 0 0,-3 4 0,-3-1 0,1 2 0,-1-3 0,-2-1 0,-6 1 0,0-2 0,-5-2 0,3-3 0,0-1 0,-4-1 0,0 0 0,-4 0 0,-4 0 0,-1 0 0,-4-2 0,-5-7 0,-5-7 0,-2-5 0,-4-5 0,0 3 0,3-1 0,1 1 0,2 4 0,3 4 0,-10 2 0,-7 4 0,-1 3 0,-2 1 0,5 5 0,6 0 0,-7 0 0,-7 0 0,-6 0 0,-8 0 0,6 0 0,5 0 0,-2 0 0,3 0 0,1 0 0,6 0 0,12 0 0,6 0 0,10 0 0,4 0 0,6 0 0,4 0 0,0 0 0,1 0 0,1 0 0,-1 0 0,-1 0 0,1 0 0,-6 0 0,-6 0 0,-3 0 0,-5 3 0,3 0 0,-1 1 0,1 2 0,-4-3 0,-3 3 0,-2 0 0,0-3 0,4 2 0,5-1 0,5 0 0,5-1 0,4-2 0,1-1 0,1 2 0,0 1 0,-8-1 0,-6 1 0,-4-3 0,-1 0 0,9 0 0,1 2 0,-9 1 0,-6 0 0,-8 0 0,-1-2 0,11 1 0,6 0 0,6 1 0,3-1 0,2-1 0,1-1 0,5 0 0,1 0 0,-7 0 0,-5 0 0,-7 0 0,-2 0 0,-3 0 0,-5 0 0,-19 0 0,-9 0 0,-1 0 0,2 0 0,15 0 0,5 0 0,7 0 0,11 0 0,9 0 0,5 0 0,3 0 0,-1 0 0,0 0 0,-2 0 0,-6 0 0,-4 0 0,-5 0 0,-4 0 0,-6 0 0,-1 0 0,1 0 0,1 0 0,-1 0 0,-3 0 0,1 0 0,8 0 0,6 0 0,4 0 0,5 0 0,2 0 0,4 0 0,1 0 0,-2 0 0,-4 0 0,-5 0 0,-10 0 0,-1 0 0,-2 0 0,1 0 0,4 0 0,4 0 0,6 0 0,4 0 0,4 0 0,0 0 0,1 0 0,1 0 0,-4 0 0,-8 0 0,-12 0 0,-15 0 0,-15 0 0,-2 0 0,1 0 0,12 0 0,14 0 0,6 0 0,8 0 0,2 0 0,5 0 0,3 0 0,5 0 0,3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09:59:01.260"/>
    </inkml:context>
    <inkml:brush xml:id="br0">
      <inkml:brushProperty name="width" value="0.35" units="cm"/>
      <inkml:brushProperty name="height" value="0.35" units="cm"/>
      <inkml:brushProperty name="color" value="#1B1D1F"/>
    </inkml:brush>
  </inkml:definitions>
  <inkml:trace contextRef="#ctx0" brushRef="#br0">115 284 24575,'59'0'0,"-15"0"0,-13 0 0,-16 0 0,-3 0 0,-2 0 0,0 0 0,-1 0 0,2 0 0,9 0 0,6 0 0,6 0 0,3 0 0,-1 0 0,-1 0 0,-1 0 0,-8 0 0,-5 0 0,-5 0 0,-4 0 0,0 0 0,-1 0 0,2 0 0,3 0 0,9 0 0,15 0 0,14-4 0,21 0 0,11-5-441,-35 2 0,2-1 441,5 0 0,1-1 0,0-1 0,1-2 0,2 1 0,0 0 0,-6-1 0,-2 2 0,36-7 0,-18 3 0,-17 6 0,-14 3 0,-9 2 0,-10 1 882,-6 0-882,-1-1 0,-1 0 0,-2 3 0,1-1 0,2 1 0,10 0 0,10-3 0,16-2 0,12-3 0,3-1 0,3-1 0,-10 1 0,-7 1 0,-3-3 0,-10 3 0,-2 1 0,-9 2 0,-7 3 0,-3 2 0,-5 0 0,0-1 0,-1 1 0,0 0 0,7 0 0,7-2 0,10-1 0,12-2 0,4 2 0,9 1 0,2 1 0,-7 1 0,-7 0 0,-11 0 0,-9 0 0,-7-1 0,-4 1 0,-6 0 0,0 0 0,-1 0 0,6 0 0,30 0 0,18 0 0,18 0 0,13 0 0,-9 0 0,2 0 0,-9 0 0,-10 0 0,-12 0 0,-14 0 0,-8 0 0,-15 0 0,-2 0 0,-2 0 0,-2 0 0,-2 0 0,2 0 0,10 0 0,9 0 0,17 0 0,13 0 0,7 5 0,-1 0 0,4 3 0,-3 2 0,-4-2 0,-4 1 0,-17-4 0,-11 1 0,-10-2 0,-7 1 0,-3 0 0,-2-2 0,-3 1 0,-2 4 0,-4 3 0,-2 1 0,0 2 0,0-2 0,0-1 0,0 0 0,0-1 0,0-1 0,0 1 0,-1 0 0,-2-1 0,-2 1 0,-1 1 0,0-1 0,-2 4 0,2 0 0,-1 1 0,1-1 0,1-4 0,0 0 0,2 0 0,0-1 0,0 0 0,1 0 0,-1 0 0,2 1 0,1 0 0,-1 0 0,1 0 0,0-1 0,0 0 0,0 2 0,0-1 0,0 2 0,0-3 0,0 1 0,0-1 0,0 1 0,0 0 0,0 0 0,0 0 0,0 0 0,-2 0 0,-2-1 0,-1 0 0,-2-1 0,0 1 0,0 2 0,-3-1 0,0 0 0,-4-2 0,0 0 0,-4-2 0,-1-1 0,4 0 0,-3-2 0,0 3 0,-5-3 0,-3 1 0,-11 3 0,-11-2 0,-15 0 0,-24 3-943,-13 2 943,42-4 0,-3 0 0,-6 1 0,-2 2 0,2-1 0,0 0 0,-1-1 0,2 0 0,5 1 0,3 0 0,-36 3 0,18-4 0,25-3 0,16-3 0,10-1 0,11 0 0,2 0 943,4 0-943,0 0 0,-5 0 0,2-2 0,-2-3 0,3 0 0,2-2 0,1 2 0,-3-1 0,3 0 0,-3 0 0,3 2 0,-3 2 0,-16 1 0,-13 1 0,-24 0 0,-14-1 0,-12 1-313,39 0 0,-1 0 313,-44 0 0,3 0 0,16 0 0,15 0 0,10 0 0,11 0 0,4 0 0,9 0 0,5 0 626,6 0-626,6-2 0,1 0 0,1-6 0,2 3 0,-1-3 0,-1 1 0,1 2 0,-2-2 0,1 1 0,-4 2 0,-9 0 0,-11 4 0,-16-1 0,-14 1 0,-8 0 0,-6 0 0,0 0 0,8 0 0,6 0 0,11 0 0,11 0 0,4 0 0,9 0 0,5 0 0,6 0 0,4 0 0,1 0 0,1 0 0,-4 0 0,-8 0 0,-12 0 0,-8 0 0,-5 0 0,-1 0 0,0 0 0,-2 0 0,-1 3 0,1 1 0,7 0 0,7-1 0,10-2 0,8 0 0,3-1 0,4 0 0,-1 2 0,-1 0 0,-7 0 0,-7 3 0,-5-2 0,-9 0 0,2 2 0,1-1 0,7 0 0,7-1 0,4-2 0,4-1 0,2 0 0,5 0 0,0-2 0,1-6 0,-1 2 0,2-5 0,-1 3 0,-2-3 0,-3-4 0,-5 0 0,-1-3 0,0-2 0,-1-3 0,1-3 0,0 0 0,4-1 0,2-2 0,6 1 0,2-1 0,4 5 0,0 1 0,0 3 0,1 4 0,2 1 0,2 6 0,4 1 0,1 3 0,5-1 0,0 0 0,2 1 0,-1-2 0,1 1 0,0-1 0,2 1 0,1 0 0,-4 1 0,3 1 0,-3 0 0,4 0 0,-1 1 0,-3-1 0,0 1 0,-1-3 0,1 0 0,-1 2 0,0-1 0,-3 2 0,1-1 0,3-3 0,4 1 0,3-2 0,8-2 0,1 2 0,6-3 0,5-1 0,-3 3 0,-1-2 0,-5 3 0,-9 2 0,-1 0 0,-4 2 0,-5 0 0,0 1 0,-5 0 0,0 1 0,2 0 0,4-1 0,10-4 0,5 0 0,5-1 0,7-3 0,1 2 0,6-3 0,-4 4 0,-2 3 0,-7-2 0,-7 4 0,-6 0 0,-8 1 0,-1 2 0,-5 0 0,0 0 0,-1 0 0,1 0 0,3 0 0,5 0 0,9 0 0,10 0 0,12 0 0,14 0 0,9 0 0,-1 0 0,-2 0 0,-11 0 0,-7 0 0,-7 0 0,-9 0 0,0 0 0,-9 0 0,-4 0 0,-5 0 0,-4 0 0,-1 0 0,-1 0 0,0 0 0,4 0 0,9 0 0,10 0 0,10 0 0,4 3 0,-4 2 0,-1-1 0,-4 2 0,-4-3 0,-1 0 0,-7 2 0,-5-2 0,-5 0 0,-4-1 0,-1-2 0,-1 2 0,0 1 0,0-1 0,4 0 0,8 1 0,11 2 0,14 2 0,13 1 0,3-3 0,6 2 0,0-1 0,-2 0 0,-2-2 0,-12-3 0,-12-1 0,-7 0 0,-6 0 0,-3 0 0,-6 3 0,-5-1 0,-4 1 0,-1 1 0,3-2 0,3 2 0,9 4 0,10-1 0,8 4 0,5 0 0,8-1 0,2 2 0,0-1 0,-6 2 0,-13-2 0,-11-2 0,-10-3 0,-5-3 0,-3-1 0,0 0 0,1 0 0,0 1 0,0-1 0,3-1 0,10-1 0,10 3 0,4 1 0,0 3 0,-5 0 0,0-4 0,2 3 0,-3-1 0,-6-1 0,-8-1 0,-4-2 0,-1-1 0,-2 0 0,3 3 0,4 3 0,4 3 0,5 1 0,2 0 0,-1-1 0,-5-3 0,-5 1 0,-6-2 0,-2-1 0,-2 2 0,-4 5 0,-2-1 0,-6 0 0,-6-6 0,-6 0 0,-9-1 0,-3 1 0,-6 1 0,-6 0 0,-2-1 0,-5 3 0,-1-2 0,-5 3 0,-3 1 0,0-4 0,-21 5 0,-6 2-441,31-6 1,-1 0 440,-2-1 0,-1 0 0,-4 1 0,0-1 0,0-1 0,1-1 0,4 1 0,0 0 0,-4-1 0,0 0 0,9-3 0,1 0 0,-3 0 0,0 0 0,-44 0 0,23 0 0,19 0 0,16 0 0,17 0 0,5 0 0,3 0 0,5 0 881,1 0-881,-5 0 0,1 0 0,-19 0 0,-14-4 0,-13-1 0,-17-5 0,-11-5-984,-11-2 895,46 6 1,0 1 88,-34-9 0,12 2 0,15 4 0,11 1 0,5 3 0,13 1 983,6 2-805,9 0-178,6-1 0,5 0 0,1-2 0,-7 2 0,4-2 0,-3 3 0,41 0 0,3 1 0,32 3 0,-9 2 0,7 0 0,8 0 0,4 0 0,0 0 0,-2 0 0,-10 0 0,-2 0 0,-11 0 0,-11 0 0,-11 0 0,-11 0 0,-5 0 0,-4 0 0,-1 0 0,0 0 0,-1 0 0,0 0 0,0 0 0,0 0 0,0 0 0,0 0 0,4 0 0,1 0 0,1 0 0,-1 0 0,-3 0 0,-1 0 0,0 0 0,0 0 0,-1 0 0,0 0 0,-1 9 0,-4-4 0,-1 8 0,-3-2 0,2 1 0,1 1 0,2-1 0,2-1 0,-2-2 0,2-1 0,-2 1 0,-1-1 0,2-1 0,-1-1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09:59:11.097"/>
    </inkml:context>
    <inkml:brush xml:id="br0">
      <inkml:brushProperty name="width" value="0.35" units="cm"/>
      <inkml:brushProperty name="height" value="0.35" units="cm"/>
      <inkml:brushProperty name="color" value="#1B1D1F"/>
    </inkml:brush>
  </inkml:definitions>
  <inkml:trace contextRef="#ctx0" brushRef="#br0">0 149 24575,'36'0'0,"-2"0"0,-2 0 0,5 0 0,1 0 0,8 0 0,2 0 0,-3 0 0,-1 0 0,-1 0 0,7 0 0,2 0 0,4 0 0,2 0 0,0 0 0,4 0 0,-1 0 0,0 0 0,-2 0 0,2 0 0,1 0 0,7 3 0,1 2 0,1 3 0,0 0 0,-10-3 0,-8-1 0,-7-3 0,-14-1 0,-4 0 0,-9 0 0,-3 0 0,-3 0 0,-3 0 0,-2 0 0,3 0 0,13 0 0,13 0 0,15 0 0,13 0 0,12 0 0,10 0 0,0 0 0,-1 0 0,-14 0 0,-9 0 0,-13 0 0,-14 0 0,-10 0 0,-9 0 0,-5 0 0,-3 0 0,2 0 0,-1 0 0,3 0 0,8 0 0,17 0 0,26 0 0,22 0 0,-36 0 0,3 0-427,5 0 0,2 0 427,0 0 0,0 0 0,-5 0 0,-1 0 0,45 0-384,-19 0 384,-13 0 0,-5 0 0,-12 0 0,-15 0 0,-7 0 836,-10 0-836,-6 0 402,-1 0-402,1 0 0,6 0 0,10 0 0,34 0 0,13 0 0,7 0 0,-4 0 0,-23 0 0,-2 0 0,-13 0 0,-10 0 0,-10 0 0,-5 0 0,-4 0 0,-2 0 0,0 0 0,6 3 0,6 3 0,16 11 0,7 5 0,-3 0 0,-7-2 0,-15-8 0,-4-1 0,-5-1 0,-2 0 0,-3 0 0,-2 0 0,-3-2 0,0 5 0,-2-4 0,-3 3 0,1-5 0,-4 0 0,1-1 0,2 3 0,2 0 0,2-1 0,1 5 0,0-3 0,-1 4 0,1-5 0,0-1 0,-1 3 0,-2-3 0,1 3 0,-5-3 0,3 0 0,-3 0 0,2-1 0,-2-1 0,-1-1 0,0 0 0,-4-2 0,3 2 0,-2 0 0,4-1 0,-4 1 0,3-1 0,-4 1 0,2 0 0,2 2 0,0-1 0,3 1 0,-1 5 0,1-3 0,2 5 0,0-5 0,3 0 0,-1 0 0,-2 0 0,0 0 0,-1 0 0,1 1 0,-2-2 0,0 0 0,0 0 0,-2-2 0,1 1 0,-2-2 0,1 3 0,-1-5 0,-3 4 0,0-4 0,-1 0 0,1-1 0,-1-2 0,2 0 0,-3 0 0,-5 0 0,-1 0 0,-3 0 0,-35 0 0,-16 0 0,-16 0-492,34-1 0,-1 2 474,2 1 1,-1 1 17,-6 0 0,-2 1 0,-2 1 0,2 2 0,10-1 0,3-1 0,-29 1 0,17-1 0,16-5 0,7 0 0,12 0 0,8 0 0,6 0 983,1 0-947,2 0-36,1 0 0,0 0 0,0 0 0,-2-2 0,4-1 0,-3 1 0,-1-5 0,-32 5 0,-30-2 0,24 3 0,-3 1-397,-6 0 1,-2 0 396,1 0 0,-2 0 0,-3 0 0,-1 0 0,5 0 0,0 0 0,2 0 0,2 0 0,-37 0 0,24 0 0,10 0 0,21 0 0,12 0 0,8 0 793,6 0-793,2 0 0,1-4 0,1 3 0,-5-4 0,-16 5 0,-26 0 0,-18 0 0,-27 0-492,44 0 0,-3 0 312,-6 0 1,-1 0 179,-8 0 0,-1 0 0,3 0 0,0 0 0,6 0 0,3 0 0,9 0 0,4 0 0,-22 0 0,23 0 0,19 0 0,11 0 0,5 0 983,7-2-623,1-4-360,-1-2 0,2-1 0,0 2 0,0 0 0,2-1 0,-8 2 0,-2-2 0,-8 1 0,-9-3 0,-6-3 0,-7-4 0,-2-2 0,6-3 0,4 1 0,9 0 0,4 1 0,7 4 0,8-2 0,4 2 0,2 1 0,1-3 0,0 4 0,-1-1 0,1-2 0,0 3 0,0 1 0,0 0 0,0 2 0,0-4 0,0 1 0,0 0 0,2 5 0,14 4 0,0 2 0,14 3 0,3 0 0,-1 0 0,-2 0 0,-5 0 0,-7 0 0,0 0 0,-3 0 0,2 0 0,-4 0 0,0 0 0,-1 0 0,-3 0 0,1 0 0,0 0 0,1 0 0,-1 0 0,1 0 0,-1 0 0,0 0 0,1 0 0,-1 0 0,1 0 0,-1 0 0,0 2 0,0 1 0,-1 0 0,0-1 0,-1-2 0,1 0 0,1 0 0,0 2 0,1 0 0,-1 1 0,1-1 0,-1 0 0,0 1 0,0 0 0,1-1 0,-1-2 0,0 0 0,1 0 0,-2 0 0,0 0 0,0 0 0,3 0 0,0 0 0,5 0 0,4 0 0,1 0 0,4 0 0,4 0 0,0 0 0,-2 0 0,-4 0 0,-7 0 0,-3 0 0,-4 0 0,0 0 0,0 0 0,2 0 0,0 0 0,3 0 0,4 0 0,4 0 0,3 0 0,4 0 0,2 0 0,1 0 0,3 0 0,-2 0 0,-1 0 0,-1 0 0,-9 0 0,-4 0 0,-6 0 0,-4 0 0,0 0 0,0 0 0,0 0 0,4 0 0,7 0 0,7 0 0,14 0 0,7 0 0,9 0 0,11 0 0,2 0 0,7 0 0,-6 0 0,-2 0 0,-11 0 0,-8 0 0,-10 0 0,-11 0 0,-2 0 0,-3 0 0,2 0 0,0 0 0,1 0 0,0 0 0,0 0 0,0 0 0,0 0 0,-4 0 0,0 0 0,-4 0 0,-5 0 0,0 0 0,-4 0 0,-1 0 0,0 0 0,7 0 0,5 0 0,15 0 0,7 0 0,5 0 0,7 0 0,0 0 0,0 0 0,-5 0 0,-9 0 0,-5 0 0,-6 0 0,-4 0 0,-8 0 0,-2 0 0,-4 0 0,-1 0 0,-2 0 0,5 0 0,9 0 0,10 3 0,23 4 0,1 1 0,-4 0 0,-11-4 0,-22-3 0,-3-1 0,-6 1 0,-2 1 0,1 0 0,-3 1 0,7-1 0,2 0 0,15 4 0,12 1 0,2-1 0,-1 1 0,-12-3 0,-5 0 0,-1 1 0,-3-1 0,-5 0 0,-6-2 0,-3 0 0,0 0 0,0 3 0,1-1 0,2-1 0,3-1 0,4-1 0,8 1 0,-2 2 0,-2 2 0,-5-2 0,-7 1 0,1-2 0,2 0 0,5-1 0,3-2 0,6 0 0,-2 0 0,-4 0 0,-6 0 0,-5 0 0,-2 0 0,-1-5 0,-4-3 0,-1-2 0,-3-2 0,0 3 0,-1 0 0,-4-4 0,-3-2 0,-4-6 0,-1-7 0,-2-6 0,0-8 0,-1-2 0,0-4 0,3 5 0,4 9 0,2 6 0,2 8 0,0 1 0,1-1 0,1 4 0,2 1 0,-1 6 0,-5 3 0,-28 4 0,20 2 0,-16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09:59:21.770"/>
    </inkml:context>
    <inkml:brush xml:id="br0">
      <inkml:brushProperty name="width" value="0.35" units="cm"/>
      <inkml:brushProperty name="height" value="0.35" units="cm"/>
      <inkml:brushProperty name="color" value="#1B1D1F"/>
    </inkml:brush>
  </inkml:definitions>
  <inkml:trace contextRef="#ctx0" brushRef="#br0">1 213 24575,'34'0'0,"-3"0"0,-17 0 0,-1 0 0,-5 0 0,1 0 0,3 0 0,-2 0 0,4 0 0,-1 0 0,0 0 0,3 0 0,0 0 0,-3 0 0,3 0 0,-1 0 0,0 0 0,-1 0 0,-3 0 0,0 0 0,-1 0 0,1 0 0,-1 0 0,1 0 0,-1 0 0,-1-2 0,5-1 0,1 0 0,8-2 0,5 2 0,4-4 0,9-1 0,2 0 0,5 0 0,-4 3 0,-4-2 0,-7 3 0,-8 0 0,-5 1 0,-6 2 0,-3-1 0,-1-1 0,-1 0 0,0 1 0,2 2 0,5-3 0,9 0 0,10-1 0,8 1 0,5-1 0,8 0 0,0-1 0,0-2 0,-2 3 0,-11-1 0,-5-1 0,-5 3 0,-8 0 0,-3 0 0,-6 2 0,-3 1 0,-2-1 0,0 1 0,-1 0 0,3 0 0,4 0 0,10 0 0,9 0 0,7 0 0,10 0 0,3 0 0,2 0 0,-2 0 0,-9 0 0,-6 0 0,-10 0 0,-10 0 0,-5 0 0,-4 0 0,-2 0 0,0 0 0,-1 0 0,2 0 0,8 0 0,10 0 0,11 0 0,6 0 0,8 0 0,3 0 0,-5 0 0,-7 0 0,-14 0 0,-11 0 0,-6 0 0,-4 0 0,-1 0 0,0 0 0,0 0 0,3 0 0,10 0 0,10 0 0,16 0 0,8 0 0,6 0 0,0 0 0,-12 0 0,-7 0 0,-11 0 0,-6 0 0,-4 0 0,-5 0 0,-4 0 0,-2 0 0,0 0 0,3 0 0,9 0 0,10 0 0,16 0 0,19 0 0,3 0 0,4 0 0,-2 0 0,-5 0 0,7 0 0,-7 0 0,-11 0 0,-14 0 0,-14 0 0,-8 0 0,-5 0 0,-5 0 0,0 0 0,-1 0 0,1 0 0,4 0 0,9 0 0,16 0 0,8 0 0,7 0 0,-4 0 0,-16 0 0,-9 0 0,-11 0 0,-5 0 0,0 0 0,-2 2 0,-3 9 0,-3 0 0,-2 8 0,0-8 0,0 0 0,0-2 0,2 1 0,1 0 0,-1 0 0,0 1 0,-1-1 0,1 0 0,1 0 0,-1 1 0,3-1 0,-2-2 0,1 1 0,0 0 0,1 0 0,-1 1 0,1 0 0,0 0 0,-1 1 0,0-1 0,-1 4 0,0 0 0,1 1 0,-1-1 0,0-3 0,-1-1 0,-1 0 0,-1-1 0,0 3 0,0-4 0,0 4 0,0-4 0,-2 2 0,-3-1 0,-2 0 0,-3-2 0,-3-4 0,-1 1 0,-1-1 0,-2 0 0,-2-1 0,-3-2 0,-4 0 0,2 0 0,2 0 0,-1 0 0,0 0 0,-4 0 0,-3 0 0,-2 0 0,-1 0 0,1 0 0,4 0 0,0 0 0,1 0 0,0 0 0,0 0 0,4 0 0,-3 0 0,-13 0 0,-7 0 0,-14 0 0,-6 0 0,-2 0 0,-8 0 0,4 0 0,10 0 0,13 0 0,16 0 0,11 0 0,6 0 0,5 0 0,1 0 0,1 0 0,-3 0 0,3 0 0,-7 0 0,-12 0 0,-19 0 0,-24 0 0,-6 0 0,-4 0 0,6 0 0,10 0 0,1 0 0,14 0 0,10 0 0,12 0 0,11 2 0,7 0 0,2 0 0,-5 0 0,-7-2 0,-18 0 0,-16 0 0,-22 0 0,-10 4 0,-8 2 0,1-1 0,14-1 0,15-4 0,19 0 0,15 0 0,8 0 0,4 0 0,5 0 0,2 0 0,1 0 0,2 0 0,-3 0 0,-12 0 0,-14 0 0,-10 0 0,-12 0 0,-4 0 0,-2 0 0,2 0 0,12 0 0,14 0 0,11 0 0,9 0 0,5 0 0,3 0 0,-1 0 0,-2 0 0,-5 0 0,-9 0 0,-10 0 0,-13 0 0,-12 0 0,-7 0 0,-3 0 0,1 0 0,10 0 0,11 0 0,9 0 0,16 0 0,5 0 0,6 0 0,4 0 0,1 0 0,-3-2 0,4-1 0,-4-2 0,4 1 0,-5 1 0,-3 1 0,-4 2 0,-1-1 0,0-2 0,-2 1 0,2-1 0,1 1 0,4-1 0,3 0 0,3-1 0,3-4 0,3 1 0,1-4 0,-1 2 0,0-1 0,-1 1 0,1-1 0,-2 0 0,1 0 0,-2 0 0,1 0 0,1 1 0,0 0 0,1 0 0,1-3 0,1-2 0,0-1 0,1 1 0,0 0 0,0 1 0,-1-1 0,4 2 0,2 2 0,2 2 0,3 0 0,-1 2 0,0 1 0,0-1 0,0-1 0,1-1 0,0-2 0,0 0 0,0 0 0,1-1 0,-3 1 0,0-1 0,0 3 0,-2 0 0,0 1 0,-1-1 0,-1-1 0,0 1 0,2-2 0,-1 2 0,3 0 0,-3 0 0,2 3 0,1-4 0,-2 4 0,3-4 0,-1 4 0,-2 0 0,6 0 0,-4 1 0,3-1 0,-2 2 0,1 1 0,-1 2 0,1 0 0,-2 0 0,5 0 0,-3 0 0,4 0 0,-4 0 0,3 0 0,4 0 0,5 0 0,4 0 0,1 0 0,-4 0 0,0 0 0,-5 0 0,-3 0 0,2 0 0,-2 0 0,-2 0 0,-1 0 0,0 0 0,3 0 0,6 0 0,7 0 0,13 0 0,14 0 0,12 0 0,9 0 0,1 0 0,1 0 0,1 0 0,-13 0 0,-13 0 0,-16 0 0,-16 1 0,-4 1 0,-5 2 0,-3 1 0,1-2 0,-2 2 0,-1 4 0,-2-3 0,-1 4 0,5-3 0,0-2 0,3 2 0,-3-2 0,1 0 0,-1 1 0,0-1 0,1 2 0,-1-2 0,1 0 0,0 2 0,1 4 0,1 7 0,3 1 0,2 4 0,0 0 0,-1 0 0,-3 3 0,0-4 0,-3-3 0,-1-3 0,-4-4 0,-2 4 0,-2-1 0,0 0 0,-1-1 0,0-2 0,0-1 0,0-1 0,0 1 0,0-1 0,0 0 0,0 1 0,0-1 0,0 0 0,0 0 0,-1-1 0,-1-1 0,-1 1 0,1 0 0,0 1 0,2 0 0,0-1 0,0 0 0,8-2 0,-1-3 0,7-1 0,-1 2 0,4 1 0,9 3 0,9 1 0,7 3 0,13 3 0,-3-2 0,-1-1 0,-2-1 0,-10-3 0,-2-1 0,-9-3 0,-8-2 0,-4 0 0,-3 0 0,-2-2 0,0 0 0,0-1 0,-1 0 0,0 0 0,0 0 0,4 0 0,9 0 0,10 0 0,10 0 0,5 3 0,-1 2 0,-4-1 0,-5-1 0,-5 0 0,-5 0 0,1 0 0,-5 0 0,-3-3 0,-6 1 0,-3-1 0,-1 0 0,-1 0 0,0 0 0,-1 0 0,1 0 0,4 0 0,5 0 0,6 0 0,3 0 0,0 0 0,0-3 0,-4 0 0,-1-3 0,-4 0 0,-3 2 0,-1-2 0,-5 3 0,-1 0 0,0 1 0,2 2 0,4 0 0,9 0 0,11 0 0,12 0 0,7 0 0,3 0 0,-1 0 0,-11 0 0,-5 0 0,-8 0 0,-9 0 0,-5 0 0,-6 0 0,-3 0 0,0 0 0,0 0 0,1 0 0,3 0 0,10 0 0,5 0 0,-2 0 0,9 0 0,-7 0 0,-1 0 0,-1 0 0,-14 0 0,1 0 0,-1 0 0,-1 0 0,-1 0 0,-1 0 0,0 0 0,3 0 0,1 0 0,5 0 0,1 0 0,-4-2 0,-1-1 0,-4 0 0,0 1 0,1 1 0,-3-1 0,-1-1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09:59:32.360"/>
    </inkml:context>
    <inkml:brush xml:id="br0">
      <inkml:brushProperty name="width" value="0.35" units="cm"/>
      <inkml:brushProperty name="height" value="0.35" units="cm"/>
      <inkml:brushProperty name="color" value="#1B1D1F"/>
    </inkml:brush>
  </inkml:definitions>
  <inkml:trace contextRef="#ctx0" brushRef="#br0">117 16 24575,'41'0'0,"-3"0"0,-15 0 0,1 0 0,-1 0 0,-2 0 0,-1 0 0,9 0 0,8 0 0,20 0 0,16 0 0,17 0-492,-37 0 0,2 0 475,1 0 0,0 0 17,4 0 0,0 0 0,-3 0 0,-1 0 0,-2 0 0,-1 0-197,-1 0 1,-1 0 196,43 0 0,-14 0 0,-5 0 0,-18 0 0,-8 0 0,-1 0 0,-5 0 983,5 0-969,0 0 400,7 0-414,2 0 0,6 0 0,0 0 0,0 0 0,1 0 0,-6 0 0,-2-3 0,-8-2 0,-5 1 0,-6 0 0,-11 4 0,-9 0 0,-5 0 0,-3 0 0,1 0 0,0 0 0,3 0 0,9 0 0,16 0 0,19 0 0,20 0 0,15 0-579,2 0 579,5 5 0,-14 1 0,-9 0 0,-7-1 0,-16-3 0,-6 1 0,-10 1 0,-10-2 0,-6-1 579,-5-1-579,-4 0 0,-2 0 0,3 0 0,5 0 0,13 0 0,16 0 0,14 0 0,17 0 0,0 0 0,2 0 0,-7 0 0,-16 0 0,-12 0 0,-14 0 0,-10 0 0,-4 0 0,-3 0 0,-5 0 0,-1 0 0,8 0 0,6 0 0,10 0 0,0 0 0,0 0 0,-5 0 0,-5 0 0,-5 0 0,-4 0 0,-5 0 0,1 0 0,1 0 0,-1 2 0,-3 9 0,-4-3 0,-1 7 0,-1-7 0,0 0 0,0 2 0,0-1 0,0 1 0,0 0 0,0 1 0,0-1 0,0-1 0,0 1 0,0-1 0,0 4 0,0-3 0,0 3 0,0-3 0,0 1 0,0-1 0,0 1 0,0-1 0,0 0 0,0 0 0,0 0 0,0 0 0,0 0 0,0-1 0,0 3 0,0-2 0,0 2 0,0-3 0,-7-3 0,-2 0 0,-4-2 0,-2-1 0,1 1 0,-1-1 0,-2 0 0,-1 2 0,-2-2 0,-2 1 0,3 1 0,0-2 0,-3 3 0,3 0 0,-3 0 0,4 1 0,3-2 0,-4 1 0,3-3 0,-4 2 0,1-1 0,0 0 0,-3-1 0,2-2 0,-2 2 0,0 0 0,-2 1 0,-7-1 0,-2-3 0,0 3 0,2 0 0,0 1 0,3-1 0,3-3 0,1 0 0,-4 0 0,-11 0 0,-14 0 0,-7 0 0,3 0 0,1 0 0,9 0 0,6 0 0,11 0 0,6 0 0,5 0 0,5 0 0,1 0 0,4 0 0,1-2 0,-7 0 0,-16 0 0,-25 0 0,-19-2 0,-16-2-407,40 2 1,0-1 406,-1-3 0,0 1 0,-1 0 0,1 1 0,-36-9 0,18 6 0,20 4 0,18 1 0,10 1 0,11-1 0,4 0 0,-1-1 813,0 0-813,-1-1 0,0 3 0,-6-1 0,-8 4 0,-22 0 0,-18 0 0,-13-3 0,-12-6 0,0-1 0,0-4 0,8 3 0,13 1 0,14 1 0,12 4 0,12 1 0,11 4 0,7-2 0,5 0 0,-7 0 0,-12 0 0,-30 1 0,-17 1 0,-19 0-409,40 0 0,0 0 409,-1 0 0,0 0 0,0 0 0,1 0 0,-42 0 0,17 0 0,18 0 0,12 0 0,11 0 0,7 0 0,6 0 0,5-2 818,6 0-818,-2-1 0,1 1 0,-5 2 0,-7 0 0,-5 0 0,-6 0 0,-6 0 0,1 0 0,-3 3 0,8 1 0,4 3 0,7 0 0,7-3 0,5 1 0,6 0 0,-1 0 0,-1-1 0,-3 0 0,-9 3 0,-1 2 0,0 3 0,1-4 0,8-2 0,3 2 0,4-1 0,2 3 0,2-1 0,1-1 0,2 5 0,5-2 0,6 3 0,4-2 0,1-1 0,-1 1 0,-1-1 0,-1 1 0,3 0 0,-3-1 0,0 0 0,-1 0 0,-4-1 0,1 0 0,-1 0 0,-1-1 0,-1 0 0,1 0 0,-2 0 0,1 1 0,-1 0 0,1-1 0,0-2 0,-1-1 0,3-3 0,-2-1 0,4-2 0,-4 0 0,0 0 0,5 0 0,-3 0 0,4 0 0,-4 0 0,0 0 0,0 0 0,-1-1 0,0-1 0,-1-3 0,1-1 0,1 0 0,0-1 0,1-1 0,-1 0 0,0 0 0,1 0 0,-1 1 0,1 1 0,-1-2 0,0 1 0,1 1 0,-1 1 0,-3 0 0,4 2 0,-4 0 0,4-1 0,-2 2 0,1-1 0,0 1 0,0-1 0,0 0 0,0 1 0,0-1 0,1 3 0,-1 0 0,0 0 0,0 0 0,-1 0 0,-1 0 0,1 0 0,0 0 0,1 0 0,3 0 0,1 0 0,4 0 0,3 0 0,2 0 0,0 0 0,-1 0 0,1 0 0,0 0 0,-1 0 0,0 0 0,-4 0 0,-5 0 0,0 0 0,-4 0 0,0 0 0,0 0 0,1 0 0,0 0 0,3-3 0,5-1 0,5 0 0,7 1 0,2 1 0,0-2 0,1-2 0,-5 0 0,-2 3 0,-2 0 0,-4 0 0,-3 0 0,1 0 0,-3 1 0,3 1 0,1-1 0,-1-1 0,4 0 0,-2 1 0,2 2 0,-1 0 0,-1 0 0,0-2 0,-1 0 0,-3-1 0,0 1 0,-1 1 0,-4 1 0,0-1 0,0 1 0,-1 0 0,0 0 0,0 0 0,8 0 0,6 0 0,16 0 0,9 0 0,-3 0 0,6 0 0,-4 0 0,-1 0 0,-2 0 0,-10 0 0,-8 0 0,-6 0 0,-5 0 0,-4 0 0,-2 0 0,0 0 0,-2 0 0,7 0 0,-1 0 0,6 0 0,-2 0 0,-2 0 0,-2 0 0,-3 0 0,0 0 0,0 0 0,-1 0 0,-1 0 0,1 0 0,-2 0 0,8 0 0,0 0 0,9 0 0,0 0 0,1 0 0,1 0 0,-1 0 0,-2 0 0,-1 0 0,-4 0 0,-4 0 0,-1 0 0,0 0 0,0 0 0,0 0 0,0 0 0,-1 0 0,2 0 0,6 0 0,1 0 0,4 0 0,4 3 0,2 1 0,1 0 0,-1 0 0,-4-4 0,-1 0 0,0 0 0,4 0 0,1 3 0,0 1 0,-6-1 0,-9 0 0,-5-3 0,-3 0 0,1 0 0,0 0 0,0 0 0,0 0 0,4 0 0,3 0 0,10 0 0,10 0 0,1 0 0,8 0 0,3 0 0,6 0 0,6 0 0,-7 0 0,-7 0 0,-11 0 0,-10 0 0,-6 0 0,-4 0 0,-5 0 0,-1 0 0,0 0 0,-1 0 0,6 0 0,5 0 0,10 0 0,6 0 0,0 0 0,3 0 0,3 0 0,-2 0 0,-5 0 0,-7 0 0,-10 0 0,-3 0 0,-3 0 0,-3 0 0,0 0 0,1 0 0,4 3 0,9 4 0,5 4 0,-1 0 0,-6-3 0,0-2 0,-3-1 0,1 0 0,-2 0 0,-9-1 0,-1-1 0,-1 6 0,-5 0 0,-13-2 0,-2-2 0,-13-5 0,4 0 0,-4 0 0,1 0 0,-1 0 0,1 0 0,0 0 0,2 0 0,1 0 0,-3 0 0,-2 0 0,-4 0 0,-3 0 0,1 0 0,-4 0 0,0 0 0,0 0 0,-4 0 0,2 0 0,-3 0 0,-7 0 0,-2 0 0,-3 0 0,1 0 0,14 0 0,6 0 0,9 0 0,6 0 0,0 0 0,3 0 0,1 0 0,3 0 0,2 0 0,-8 0 0,-24 0 0,-28 0 0,-25 0-492,28 0 0,-4 0 0,3 0 0,0 0 0,-2 0 0,-1 0 0,3 0 0,2 0 0,10 0 0,3 0 0,-2 0 0,2 0-492,-35 0 456,21 0 528,24 0 0,14 0 983,11 0 0,6 0 0,2 0 0,2 0 0,-4 0 0,-2 0 0,-36 0-448,-27 0-535,19 0 0,-5 0-492,-16 0 0,-2 0 0,8 0 0,1 0 0,-3 0 0,-1 0 0,-2 0 0,1 0 0,-1 0 0,-1 0 0,-10 0 0,0 0 0,7 0 0,4 0 0,14 0 0,5 0 309,-36 0 183,34 0 0,21 0 983,15 0 0,13-2-656,6-1 1,3-3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09:59:41.414"/>
    </inkml:context>
    <inkml:brush xml:id="br0">
      <inkml:brushProperty name="width" value="0.35" units="cm"/>
      <inkml:brushProperty name="height" value="0.35" units="cm"/>
      <inkml:brushProperty name="color" value="#1B1D1F"/>
    </inkml:brush>
  </inkml:definitions>
  <inkml:trace contextRef="#ctx0" brushRef="#br0">0 522 24575,'3'-34'0,"3"1"0,7 4 0,2 9 0,4-3 0,-2 9 0,-4 2 0,0 1 0,-3 6 0,0 1 0,0 2 0,0 1 0,1 1 0,-2-1 0,1 1 0,-2 0 0,4 0 0,0 0 0,8 0 0,1 0 0,9 0 0,2 0 0,5 0 0,0 0 0,2 0 0,-2 0 0,-4 0 0,-6 0 0,-8-2 0,-1-3 0,2-1 0,3-3 0,3 2 0,0 2 0,5-1 0,2-2 0,4-3 0,10 0 0,5-1 0,10-4 0,1-3 0,-6 0 0,-2 2 0,-7 6 0,-5 2 0,-5 1 0,-8 3 0,-5 2 0,-4 1 0,-4-1 0,-2 2 0,-4 1 0,0 0 0,0 0 0,-1 0 0,3 0 0,5-1 0,10 1 0,8 0 0,13 0 0,5 0 0,6 0 0,11 0 0,-1 0 0,8 0 0,-6 0 0,-10 0 0,-8 0 0,-12 0 0,-10 0 0,-11 0 0,-5 0 0,-5 0 0,0 0 0,-2 0 0,0 0 0,10 0 0,6 0 0,19 0 0,8 0 0,8 0 0,8 0 0,9 0 0,9 0 0,-4 0 0,-4-4 0,-18-1 0,-13 0 0,-10 1 0,-13 4 0,-4 0 0,-4 0 0,-4 0 0,0 0 0,-1 0 0,-1 0 0,8 0 0,9 0 0,12 0 0,15 0 0,9 0 0,6 0 0,14 0 0,-9 0 0,-9 0 0,-10 0 0,-16 0 0,-3 0 0,-10 0 0,-8 0 0,-5 0 0,-2 0 0,0 0 0,-1 0 0,0 0 0,3 0 0,4 0 0,11 0 0,9 0 0,6 0 0,10 0 0,-2 0 0,0 0 0,-5 0 0,-13 0 0,-7 0 0,-10 0 0,-4 0 0,-1 0 0,-3 1 0,-3 11 0,-3-4 0,-2 9 0,0-8 0,0 1 0,0 0 0,0 0 0,0 0 0,0-1 0,0 1 0,0-2 0,0 5 0,0-3 0,0 3 0,2-3 0,1 1 0,-1-1 0,3-2 0,-2 0 0,2 2 0,0-3 0,-2 5 0,-1-5 0,0 3 0,1-1 0,0 0 0,-1 0 0,-2 0 0,0 1 0,0 0 0,0 0 0,0 0 0,0 1 0,0-1 0,0 0 0,0-1 0,0 1 0,0-1 0,0 3 0,0-3 0,0 4 0,0-3 0,0 0 0,0 0 0,0 0 0,0 0 0,0 1 0,0-1 0,0 1 0,0-1 0,0-1 0,0 0 0,0 0 0,-6 1 0,1-3 0,-6 2 0,2-6 0,-5-1 0,-1-2 0,-3 3 0,-4 1 0,3 0 0,0-2 0,1-2 0,-2 0 0,-3 0 0,-3 0 0,0 0 0,2 0 0,1 3 0,4 0 0,-1 0 0,1 0 0,0-2 0,1 1 0,2 1 0,-1 0 0,2-1 0,-3-2 0,-1 0 0,-4 0 0,-19 3 0,-21 3 0,15-2 0,-6 2 0,-13 2 0,-5 1-492,-16-1 0,-2-1 0,-4 1 0,-1-2 317,4-1 1,1-2 174,4-1 0,3-2-492,11 1 0,2-1 447,4 0 1,4 0 44,9 0 0,5 0 0,-22 0 0,27 0 0,19 0 0,10 0 0,5 0 983,0 0 0,0 0 0,0-2-542,-1-4-441,1 2 0,-1-4 0,2 2 0,0 1 0,3-3 0,-4 2 0,2 1 0,-4-2 0,3 3 0,-1 1 0,-3 1 0,-8 2 0,-7 0 0,-14 0 0,-8 0 0,3 0 0,-3 0 0,7 0 0,3 0 0,0 0 0,9 0 0,7 0 0,7 0 0,4 0 0,4-2 0,-7 0 0,-6-1 0,-15-2 0,-19 1 0,-14-1 0,-11-2 0,-5 1 0,13-3 0,8 0 0,15 5 0,16 0 0,11 4 0,9-2 0,4 0 0,-2-1 0,-5 1 0,-9 1 0,-9 1 0,-9 0 0,-17 0 0,-7 3 0,-8 2 0,0 3 0,13 0 0,4 0 0,11 0 0,6-3 0,11-1 0,9-4 0,6 1 0,5-1 0,1 0 0,-3 0 0,3 0 0,-4 0 0,4 0 0,-2-6 0,0-4 0,-1-1 0,-1-5 0,-1 3 0,0-4 0,1-3 0,-1-3 0,3-2 0,3-2 0,4-4 0,3-2 0,1-4 0,-1-1 0,1 0 0,0 0 0,0 5 0,0 5 0,3 6 0,2 5 0,5 6 0,3 1 0,3 5 0,4 1 0,-1-1 0,3 2 0,0-2 0,-2-1 0,2-1 0,-3-2 0,-3 0 0,1-2 0,-1-4 0,-1 0 0,-1 0 0,-3 3 0,-2 6 0,0 0 0,0-1 0,3-3 0,2 1 0,0 0 0,0 1 0,0 2 0,1 0 0,-1 1 0,0 2 0,-3 0 0,3 0 0,1 3 0,0 0 0,-2 0 0,-4 0 0,0 0 0,0 0 0,2 0 0,6 0 0,4 0 0,4 0 0,5 0 0,3 0 0,-1 0 0,5 0 0,-4 0 0,1 0 0,-3 0 0,-7 0 0,-6 0 0,-4 0 0,-2 1 0,1 3 0,-1 1 0,0 2 0,-1 0 0,3-1 0,3 2 0,4 0 0,5 2 0,0 3 0,1 0 0,0 1 0,-3 2 0,-4 0 0,-6-1 0,-3-1 0,-3-3 0,-3 1 0,-3 0 0,-2 1 0,0 1 0,0 1 0,0 0 0,0-1 0,0 0 0,0 1 0,0 0 0,0 2 0,0-1 0,-3 2 0,-3 4 0,-1-3 0,-3 2 0,1 1 0,1-2 0,0 2 0,2-2 0,2 0 0,-1 2 0,1 0 0,-2 4 0,-1-2 0,3-1 0,1-4 0,2 0 0,1 0 0,0-4 0,0-1 0,0-4 0,0 0 0,0-1 0,0 0 0,0 0 0,5-1 0,4-2 0,3-2 0,3-9 0,-3-8 0,0-3 0,3-6 0,1 0 0,0-1 0,0-2 0,-5 3 0,2 5 0,3 5 0,7 4 0,10 0 0,8 3 0,10 1 0,4 2 0,2 2 0,5 0 0,-4 0 0,0-1 0,-2 1 0,-11 0 0,-7 0 0,-7 0 0,-5 0 0,-3 0 0,-3 0 0,-1 0 0,-2 0 0,1 0 0,3 0 0,2 0 0,3 0 0,5 0 0,6 0 0,6 0 0,11 0 0,3 0 0,-1 0 0,-1 0 0,-7 0 0,0 0 0,-8 0 0,-3 0 0,-4 0 0,-7 0 0,2 0 0,-8 0 0,-3 0 0,-2 0 0,-4 0 0,0 0 0,-1 0 0,4 0 0,4 0 0,5 0 0,3 0 0,5 0 0,1 0 0,5 0 0,4 0 0,2 0 0,5 0 0,0 0 0,-2 0 0,-6 0 0,-6 0 0,-9 0 0,-5 0 0,-5 0 0,-4 0 0,0 0 0,-2 0 0,-1 0 0,4 0 0,-3 0 0,4 0 0,0 0 0,2 0 0,-1 0 0,0 0 0,-3-2 0,0-1 0,-1-2 0,0 0 0,-1 2 0,0-4 0,-2 1 0,0-4 0,-3 1 0,-1 0 0,-1 0 0,2 0 0,-3 0 0,4 0 0,-4-1 0,4 2 0,1-1 0,4 4 0,3 0 0,5-1 0,10 0 0,8 2 0,7 1 0,-3 2 0,-3-2 0,0 0 0,-3-1 0,0 3 0,-5 0 0,-8 1 0,-4 0 0,-2 0 0,-6 1 0,-3 3 0,-7 11 0,-6-7 0,-6 5 0,-4-10 0,-7-3 0,11 0 0,-2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09:59:50.219"/>
    </inkml:context>
    <inkml:brush xml:id="br0">
      <inkml:brushProperty name="width" value="0.35" units="cm"/>
      <inkml:brushProperty name="height" value="0.35" units="cm"/>
      <inkml:brushProperty name="color" value="#1B1D1F"/>
    </inkml:brush>
  </inkml:definitions>
  <inkml:trace contextRef="#ctx0" brushRef="#br0">6 364 24575,'85'0'0,"-5"0"0,-11 0 0,5 0 0,-2 0 0,16 0 0,2 0 0,-14 0 0,-7 0 0,-28 0 0,-11 0 0,-9 0 0,-6 0 0,0 0 0,3 0 0,1 0 0,3 0 0,8 0 0,12 0 0,14 0 0,10 0 0,3 0 0,2 0 0,-6 0 0,-5 0 0,-3 0 0,-11 0 0,-6 0 0,-11 0 0,-9 0 0,-6 0 0,-4 0 0,-1 1 0,0 1 0,-1 1 0,1-1 0,8-1 0,5-1 0,11 0 0,12 0 0,11 0 0,12 0 0,5 0 0,12 0-586,9-4 586,3-7 0,-3 0 0,-10-3 0,-15 1 0,-12 3 0,-14 0 0,-14 3 0,-4 2 0,-3 2 0,-5 1 586,-1 1-586,-4 1 0,-1 0 0,-1 0 0,0-1 0,0 1 0,9 0 0,10 0 0,10 0 0,8 0 0,0 0 0,5 0 0,2 0 0,7 0 0,2 0 0,-4 0 0,-5 0 0,-8 0 0,-8 0 0,-8 0 0,-5 0 0,-8 0 0,-2 0 0,-5 0 0,0 0 0,0 0 0,-1 0 0,5 0 0,10 0 0,10 0 0,16 0 0,8 0 0,17 0 0,9 0 0,-3 0 0,-8 0 0,-18 0 0,-15 0 0,-10 0 0,-11 0 0,-5 0 0,-4 0 0,-2 2 0,3 1 0,-6 3 0,3 0 0,-1 1 0,0 0 0,3 1 0,0 4 0,-2 2 0,2 3 0,-4 1 0,1 1 0,0 0 0,-3-1 0,-1 1 0,-3-1 0,0 0 0,0 0 0,0-1 0,0-1 0,0 0 0,0-3 0,0 0 0,0 1 0,-2 1 0,-2 0 0,-3-1 0,-3-3 0,2 0 0,0-1 0,2 0 0,3 0 0,1 0 0,2-2 0,0 5 0,0-4 0,-2 4 0,-3-4 0,-2-1 0,0-1 0,-1-2 0,-7 0 0,1 1 0,-8-2 0,3-1 0,-1-1 0,-2 1 0,-5 0 0,-5 0 0,-4-2 0,-6-1 0,-2 0 0,-4 0 0,-1 0 0,-1 0 0,0 0 0,1 0 0,0 0 0,0-3 0,-12-7 0,4 0 0,-2-3 0,3 1 0,15 4 0,-6-4 0,7 4 0,8 0 0,5 1 0,10 3 0,5 2 0,3-1 0,1 0 0,-4 0 0,-2 1 0,-14 1 0,-9 1 0,-14 0 0,-6 0 0,-2 0 0,7 0 0,10 0 0,8 0 0,8 0 0,6 0 0,6 0 0,-3 0 0,-10 0 0,-17 0 0,-16 0 0,-10 0 0,0 0 0,5 0 0,11 3 0,-5 5 0,-8 1 0,-3 3 0,0-2 0,18-5 0,9-2 0,10-3 0,8 0 0,1 0 0,-3 0 0,-16 4 0,-11 0 0,-11 1 0,-9-1 0,-12-3-451,36-1 1,-1 1 450,-8-1 0,-1 0 0,-1 0 0,0 0 0,-1 0 0,1 0 0,3 0 0,1 0-65,-39 0 65,15 0 0,22 0 0,15 0 0,17 0 0,10 0 898,5 0-898,3 0 68,0 0-68,-4 0 0,-9 0 0,-6 0 0,-9 0 0,3 0 0,1 0 0,1 0 0,-1 0 0,-3 0 0,5 0 0,5 0 0,9 0 0,4 0 0,2-2 0,2-3 0,4-1 0,2-6 0,2 2 0,1-2 0,0 2 0,-2 0 0,0 0 0,-1 0 0,-1-1 0,1 1 0,-2 2 0,-2-1 0,1 4 0,-2-4 0,2 2 0,0-2 0,3-3 0,0-1 0,2-1 0,1-2 0,0-2 0,0-4 0,3-9 0,4-2 0,5-4 0,5 0 0,3 5 0,2 1 0,2 3 0,0-1 0,1 1 0,-1 2 0,-1 3 0,-1 2 0,2 1 0,-1 0 0,-1 3 0,0 2 0,-2 2 0,2 0 0,-3 3 0,-4 2 0,2 2 0,-3 3 0,-1 0 0,3 0 0,-4 1 0,4-3 0,2 1 0,0 0 0,0-1 0,1 2 0,3 0 0,1 0 0,0 3 0,-1 0 0,-3-1 0,-4 1 0,2 0 0,-4 0 0,0 0 0,2 0 0,-2 0 0,1 0 0,2 0 0,-1 0 0,4 0 0,2 0 0,1 0 0,5 0 0,4 0 0,2 0 0,4 0 0,1 0 0,-1 0 0,0 0 0,-8 0 0,-1 0 0,-9 0 0,1 2 0,-1 2 0,-3-1 0,-1 0 0,-1 0 0,1 0 0,0 1 0,2-1 0,-2-1 0,4 1 0,3 0 0,1-1 0,8-2 0,0 3 0,2 1 0,2-1 0,2 3 0,2-3 0,3 1 0,-3 0 0,-4-1 0,-2 1 0,-8-1 0,-5 0 0,-4-2 0,-5-1 0,0 2 0,0 1 0,-1 0 0,0-1 0,0 0 0,-1 1 0,0 0 0,-1 1 0,1-2 0,1 0 0,3 3 0,4-1 0,5 2 0,3 0 0,1-2 0,-2 1 0,-1-1 0,0 1 0,0 1 0,-1-2 0,0 2 0,-1-3 0,-3 1 0,1 1 0,-3-2 0,0 0 0,2 2 0,-3-2 0,2 0 0,-1-1 0,2-1 0,4 2 0,1 0 0,7 0 0,8 0 0,11 2 0,7 0 0,0 3 0,-4 1 0,-5-2 0,6 0 0,3-1 0,6 5 0,6 2 0,2 4 0,6 2 0,0 0 0,2 0 0,1 1 0,0-1 0,-6 0 0,-13-1 0,-15-3 0,-13-4 0,-9-4 0,-6-3 0,-5-2 0,-3 1 0,-2 1 0,-1 4 0,-3-1 0,5 3 0,-3-6 0,6-1 0,-1 0 0,0 2 0,4 2 0,9 0 0,3 1 0,2 1 0,-3-1 0,-6 0 0,1 0 0,-4-2 0,-1 0 0,-4-2 0,0 0 0,-5-1 0,-27-1 0,-6 4 0,-37 9 0,-4 6 0,-8 9 0,-4 5 0,11-7 0,8 0 0,7-1 0,5-4 0,0 3 0,-2-1 0,6-3 0,4-3 0,6-5 0,6-6 0,5-4 0,0-3 0,5-1 0,0 0 0,0 0 0,1 0 0,0 0 0,0 0 0,1 0 0,1 0 0,0 0 0,0 0 0,-4 0 0,-11-3 0,-12-2 0,-6 0 0,-10 1 0,5 0 0,3 0 0,-5 1 0,-30 0 0,35 2 0,-1 1 0,0 0 0,1 0 0,-37 0-984,35 0 0,10 0 0,4 0 0,6 0 0,7 0 0,4 0 104,6 0 880,5 0 983,1-2 0,2-2 0,1-3 0,3-1 0,-1 0 0,2-3-97,0 4-886,1-4 0,2-4 0,0 9 0,0-5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09:59:59.589"/>
    </inkml:context>
    <inkml:brush xml:id="br0">
      <inkml:brushProperty name="width" value="0.35" units="cm"/>
      <inkml:brushProperty name="height" value="0.35" units="cm"/>
      <inkml:brushProperty name="color" value="#1B1D1F"/>
    </inkml:brush>
  </inkml:definitions>
  <inkml:trace contextRef="#ctx0" brushRef="#br0">1 434 24575,'11'-34'0,"5"1"0,3 6 0,11-7 0,8-8 0,9-8 0,8-1 0,-8 10 0,-7 8 0,-7 8 0,-5 2 0,-3 4 0,-4 7 0,-5 6 0,-4 4 0,-1 1 0,0 1 0,-3 1 0,-1 8 0,-2 0 0,-1 4 0,0-4 0,-2-1 0,1 1 0,-1 1 0,1 0 0,2 0 0,-1 1 0,1-1 0,0-1 0,-1-1 0,3-2 0,0 0 0,1-2 0,0 4 0,1-5 0,0 3 0,0-3 0,1 0 0,-1-1 0,1-2 0,0 0 0,-1 0 0,3 0 0,3 0 0,4 0 0,6 0 0,0 0 0,2 0 0,-1 0 0,1 0 0,0 0 0,-3 0 0,-2 0 0,1 0 0,-3 0 0,1 0 0,-2 0 0,-4 0 0,1 0 0,-1 0 0,1 0 0,3 0 0,6 0 0,2 0 0,9 0 0,1 0 0,1 0 0,5 0 0,1 0 0,0 0 0,-6 0 0,-6 0 0,-5 0 0,-5 0 0,-3 0 0,-3 0 0,-3 0 0,-1 0 0,0 0 0,-1 0 0,-1 0 0,0 0 0,0 0 0,0 0 0,0 0 0,1 0 0,2 0 0,5 0 0,4 0 0,5 0 0,0-3 0,0 0 0,2 0 0,-4 0 0,-1 2 0,-1 1 0,-3-1 0,0 1 0,-5 0 0,-4 0 0,0 0 0,-1 0 0,0 0 0,4 0 0,0 0 0,4 0 0,9 0 0,6 0 0,10 0 0,10 0 0,7 0 0,8 0 0,1 0 0,-5 0 0,-6 0 0,-10 0 0,-8 0 0,-7 0 0,-8 0 0,-7 0 0,-4 0 0,-4 0 0,0 0 0,-1 0 0,0 0 0,0 0 0,2 0 0,6 0 0,4 0 0,8 0 0,7 0 0,3 0 0,3 0 0,1 0 0,-3 0 0,-2 0 0,-7 0 0,-8 0 0,-6 0 0,-5 0 0,-4 0 0,1 0 0,4 0 0,4 0 0,9 0 0,8 0 0,13 0 0,8 0 0,6 0 0,8 0 0,-2 0 0,-4 0 0,-7 0 0,-16 0 0,-8 0 0,-10 0 0,-9 0 0,-1 0 0,-3 0 0,1 0 0,1 0 0,-2 0 0,0-2 0,0 0 0,2 0 0,-2 0 0,2 2 0,-2 0 0,0 0 0,0 0 0,1 0 0,0 0 0,1 0 0,-1 0 0,0 0 0,-1 0 0,0 0 0,0 0 0,0 5 0,-2 1 0,-1 5 0,-2-2 0,0 1 0,-2 0 0,3 0 0,-2 0 0,0 0 0,-1-2 0,-1 1 0,2-1 0,-1 1 0,1 1 0,-3 0 0,0 0 0,0 0 0,2 0 0,1 1 0,0-1 0,-1 0 0,-2 0 0,0 0 0,0-1 0,0 0 0,0 3 0,0-2 0,-2 3 0,-2-5 0,-3-1 0,-3-2 0,0 0 0,0 2 0,0-2 0,2 2 0,1 0 0,1 0 0,-1 0 0,-4 0 0,-2 0 0,-5 2 0,-6 3 0,-4 1 0,-4-1 0,-4-1 0,-2-3 0,-1 0 0,-4-1 0,0-3 0,-1-1 0,-4-3 0,0 0 0,5 0 0,1 0 0,0 0 0,2 0 0,-2 0 0,3 0 0,0 0 0,-9 0 0,-8 0 0,-20 0 0,-9 0 0,-1 0 0,0-4 0,8-1 0,6-4 0,14 0 0,15 5 0,17-1 0,9 3 0,5-1 0,4-1 0,0 1 0,0-2 0,-2 1 0,-11 2 0,-24-1 0,-27 3 0,-16-4-643,-6-1 643,43 1 0,-1-1 0,-1-2 0,-1 0 0,-2 0 0,0-1 0,2 0 0,1 0 0,-34-6 0,19 3 0,20 3 0,18 1 0,12 3 0,8 0 0,1 1 643,2 0-643,-5 1 0,-9 2 0,-20 0 0,-14 0 0,-18-4 0,-9-1 0,0-1 0,-4-3 0,17 3 0,8-3 0,18 1 0,13 0 0,6 0 0,7 5 0,2 0 0,-2 3 0,-9 0 0,-5 0 0,-8 0 0,-3 0 0,-2 0 0,0 0 0,5 0 0,9 2 0,9 1 0,5-1 0,6 2 0,2 0 0,1 2 0,3 6 0,2-3 0,-3 1 0,2-1 0,0-2 0,1 6 0,2-3 0,0 3 0,0-4 0,0 0 0,0 1 0,0-1 0,0-1 0,0 1 0,2 0 0,5 4 0,4 1 0,5 1 0,2 0 0,0-2 0,1-1 0,0 0 0,-1 0 0,1 0 0,-1-1 0,0 1 0,0-1 0,-5-1 0,2 0 0,-2-1 0,2 1 0,3 2 0,0-1 0,1 4 0,0 1 0,0 0 0,1 0 0,-1-4 0,-4 0 0,-1-3 0,-3-2 0,-1-1 0,0-3 0,-1-1 0,4-2 0,-4 0 0,4 0 0,-4-2 0,-1-3 0,0-2 0,0-3 0,0 2 0,2 0 0,0 1 0,0-2 0,0-1 0,0 0 0,-1 1 0,0 0 0,0 0 0,3 0 0,1 0 0,2 0 0,2 0 0,-2 2 0,3-2 0,0 0 0,1 2 0,3-2 0,1 3 0,4 2 0,-1-2 0,4 2 0,7-3 0,1 0 0,4 2 0,0 2 0,1 3 0,5 0 0,-4 0 0,-4 0 0,-7 0 0,-3 0 0,-6 0 0,-4 0 0,-5 0 0,-4 0 0,-1 0 0,0 0 0,0 0 0,-1 0 0,0 0 0,0 0 0,0 0 0,1 0 0,0 0 0,0 0 0,0 0 0,4 0 0,0 0 0,4 0 0,4 0 0,1 0 0,3 0 0,-3 0 0,-1 0 0,0 0 0,-3 0 0,2 0 0,-3 0 0,5 0 0,5 0 0,3 0 0,0 0 0,1 0 0,1 0 0,4 0 0,1 0 0,0 0 0,1 0 0,-1 0 0,4 0 0,-4 0 0,3 0 0,-4 0 0,-3 0 0,2 0 0,2 0 0,1 0 0,-1 0 0,-1 0 0,-3 0 0,0 0 0,-2 0 0,-4 0 0,-4 0 0,-1 0 0,-4 0 0,-1 0 0,0 0 0,-3-2 0,1-1 0,-4 0 0,1 0 0,-1 2 0,1 0 0,2-1 0,-1-1 0,0 0 0,-2 1 0,-2 1 0,1-1 0,-1-1 0,1 0 0,-1 1 0,4-1 0,3-1 0,1 0 0,1 2 0,0-1 0,-2 0 0,3 0 0,-1 0 0,0 2 0,-1-1 0,-2-1 0,2 0 0,-3 1 0,0 1 0,2 1 0,-1 0 0,2-3 0,0-1 0,0 1 0,-1 0 0,-4 3 0,2 0 0,-2 0 0,1 0 0,0 0 0,-3 0 0,0-2 0,-1-1 0,1 0 0,-1 1 0,1 2 0,-3-3 0,3-2 0,-3 0 0,0-1 0,2 2 0,-3 0 0,4-1 0,-3 3 0,0 0 0,4 2 0,-2 0 0,3 0 0,-4 0 0,0 0 0,0 0 0,0 0 0,3 0 0,-3 0 0,3 0 0,-3 0 0,-1 0 0,4 0 0,-5 2 0,6 2 0,-3 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00:06.657"/>
    </inkml:context>
    <inkml:brush xml:id="br0">
      <inkml:brushProperty name="width" value="0.35" units="cm"/>
      <inkml:brushProperty name="height" value="0.35" units="cm"/>
      <inkml:brushProperty name="color" value="#1B1D1F"/>
    </inkml:brush>
  </inkml:definitions>
  <inkml:trace contextRef="#ctx0" brushRef="#br0">4148 577 24575,'0'-24'0,"0"3"0,0 11 0,0 0 0,0 0 0,0 0 0,0 0 0,0 1 0,0 1 0,0-5 0,0 3 0,0-3 0,0 3 0,0 0 0,0-1 0,0 1 0,0 0 0,0 0 0,0 1 0,0-2 0,0 2 0,0-2 0,6 3 0,-4 0 0,5-3 0,-7-1 0,0-2 0,0-7 0,0-3 0,0-5 0,0-1 0,0 2 0,0 3 0,0 5 0,0 4 0,0 4 0,0 1 0,-2 4 0,-6 0 0,0 3 0,-3-1 0,5 0 0,-1 0 0,-1-1 0,0-1 0,0 1 0,0 2 0,-1 2 0,-4 2 0,3 0 0,-4-1 0,4 1 0,0 0 0,1 0 0,0 0 0,0 0 0,0 0 0,-1 0 0,-3 0 0,-1 0 0,-1 0 0,-2 0 0,2 0 0,-1 0 0,2 0 0,3 0 0,1 0 0,0 0 0,2 4 0,-1-3 0,1 3 0,-2-4 0,0 1 0,-1-1 0,1 0 0,-1 0 0,-3 0 0,0 0 0,-1 0 0,2 0 0,3 0 0,0 0 0,1 0 0,0 0 0,0 0 0,0 0 0,-1 1 0,0 2 0,0-1 0,0 0 0,1-2 0,-1 0 0,-4 0 0,0 2 0,-4 1 0,-1 0 0,0 1 0,-4-1 0,0 0 0,-3 0 0,2-2 0,1-1 0,3 0 0,4 0 0,1 2 0,4 1 0,1 0 0,0-1 0,0-2 0,1 0 0,-2 0 0,-1 0 0,-4 0 0,-2 0 0,0 0 0,0 0 0,-1 0 0,0 0 0,0 0 0,0 0 0,4 0 0,0 0 0,5 0 0,0 0 0,1 0 0,-3 0 0,2 0 0,-3 0 0,3 0 0,0 0 0,1 0 0,-1 0 0,0 0 0,0 0 0,0 0 0,1 0 0,-1 0 0,-4 0 0,1 0 0,-6 3 0,-2 0 0,2 0 0,-3 0 0,0 0 0,0 1 0,-2-1 0,2 0 0,3-3 0,3 1 0,2-1 0,4 0 0,1 0 0,1 3 0,-1-1 0,1 2 0,-1-4 0,0 0 0,-1 0 0,1 0 0,1 0 0,-1 0 0,0 0 0,0 0 0,0 0 0,0 0 0,-1 0 0,0 0 0,2 0 0,-1 0 0,0 0 0,0 0 0,-1 0 0,1 0 0,-1 0 0,0 0 0,0 0 0,0 0 0,0 0 0,0 0 0,1 0 0,0 0 0,-3 0 0,-1 0 0,-1 0 0,0 0 0,3 0 0,0 0 0,0 0 0,1 0 0,0 0 0,1 0 0,-3 0 0,0 0 0,-5 0 0,0 0 0,-1 0 0,3 0 0,-3 0 0,2 0 0,-2 0 0,-1 0 0,4 0 0,1 0 0,4 0 0,1 0 0,0 0 0,1 0 0,-1 0 0,0 0 0,-1 0 0,1 0 0,-1 0 0,0 0 0,-1 0 0,1 0 0,-4 0 0,0 0 0,1 0 0,1 0 0,3 0 0,-4 0 0,-1 0 0,0 0 0,0 0 0,2 0 0,1 0 0,1 0 0,-1 0 0,1 0 0,1 0 0,0 0 0,-3 0 0,3 0 0,-3 0 0,2 0 0,0 0 0,-1 0 0,1 0 0,-3 0 0,-1 0 0,0 0 0,2 0 0,3 0 0,0 0 0,0 0 0,-2 0 0,1 0 0,1 0 0,-1 0 0,1 0 0,1 0 0,-5 0 0,3 0 0,-3 0 0,0 0 0,-1 0 0,-1 0 0,1 0 0,3 0 0,1 0 0,0 0 0,1 0 0,0 0 0,-4 0 0,1 0 0,-9 3 0,3 0 0,-3 0 0,-1 0 0,2-3 0,1 1 0,4-1 0,3 0 0,2 0 0,0 0 0,2 0 0,-5 0 0,4 0 0,-5 0 0,4 0 0,-1 0 0,1 0 0,0 0 0,0 0 0,1 0 0,-3 0 0,2 0 0,-2 2 0,2 0 0,-4 0 0,0 1 0,-4-3 0,0 0 0,2 2 0,2 1 0,3 0 0,1-1 0,1-2 0,-3 0 0,3 0 0,-4 0 0,3 0 0,-1 0 0,1 0 0,-1 0 0,1 0 0,1 0 0,-1 0 0,2 0 0,-5 0 0,4 0 0,-5 0 0,4 0 0,-1 0 0,1 0 0,0 0 0,0 0 0,0 0 0,0 0 0,-1 0 0,3 2 0,-2 1 0,2 0 0,-3-1 0,2-2 0,0 0 0,0 0 0,-1 0 0,1 2 0,-1 0 0,0 1 0,1-2 0,1-1 0,-4 0 0,2 0 0,-3 0 0,4 0 0,-1 3 0,-4-1 0,-4 1 0,0-1 0,2-2 0,3 2 0,4 0 0,-1 1 0,0-1 0,-1-1 0,1-1 0,-1 0 0,0 2 0,0 0 0,1 0 0,0 1 0,0-3 0,0 0 0,-4 3 0,0 0 0,-5 1 0,1-1 0,3-3 0,1 0 0,4 0 0,0 0 0,2 0 0,-4 0 0,-1 3 0,-5 1 0,4-1 0,-3 0 0,-1-3 0,-2 0 0,-1 0 0,6 0 0,4 0 0,0 0 0,0 0 0,0 0 0,-1 0 0,1 0 0,0 0 0,2 0 0,2-5 0,2-4 0,2-3 0,3-1 0,0 4 0,2 1 0,6-1 0,0 4 0,5-2 0,-4 2 0,1 1 0,0-2 0,1 1 0,-1 2 0,1-2 0,-1 2 0,-2-2 0,0 0 0,-1-4 0,-2 1 0,1-2 0,0 4 0,1 0 0,1 2 0,1-2 0,0 1 0,0 2 0,2 1 0,-2 2 0,3 0 0,-4 0 0,0 3 0,1 6 0,-3-2 0,0 5 0,-1-6 0,-2 1 0,4 2 0,-1-1 0,2 3 0,-1-2 0,0 1 0,0 0 0,-1-4 0,-2-2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00:16.578"/>
    </inkml:context>
    <inkml:brush xml:id="br0">
      <inkml:brushProperty name="width" value="0.35" units="cm"/>
      <inkml:brushProperty name="height" value="0.35" units="cm"/>
      <inkml:brushProperty name="color" value="#1B1D1F"/>
    </inkml:brush>
  </inkml:definitions>
  <inkml:trace contextRef="#ctx0" brushRef="#br0">227 0 24575,'75'0'0,"17"0"0,-33 0 0,4 0-492,15 0 0,3 0 456,0 0 1,1 0-457,-2 0 0,1 0 137,-2 0 0,-2 0 355,-7 0 0,-1 0 0,-1 0 0,-2 0 0,-9 0 0,-3 0 0,30 0 651,-21 0-651,-6 0 0,-7 0 0,-11 0 492,-8 0-492,-9 0 983,-1 0-360,6 0-623,1 0 0,9 0 0,12 0 0,9 0 0,19 0 0,8 0 0,7 0-984,7 0 211,-13 0 773,-2 0 0,-16 0 0,-11 0 0,-4 0 0,-11 0 0,-6 0 0,-10 0 983,-5 0-209,-6 0-774,0 0 0,0 0 0,8 0 0,10 0 0,6 0 0,15 0 0,0 0 0,6 0 0,5 0 0,3 0 0,3 0 0,-6 0 0,-10 0 0,-13 0 0,-11 0 0,-6 0 0,-5 0 0,-4 0 0,-2 0 0,-3 0 0,-2 0 0,2 0 0,6 0 0,7 0 0,3 0 0,3 0 0,1 0 0,2 0 0,0 0 0,-1 0 0,-8 0 0,-1 0 0,-4 0 0,-4 0 0,-2 0 0,-3 0 0,-1 0 0,0 0 0,0 0 0,0 0 0,1 0 0,0 0 0,-1 0 0,0 5 0,-2-2 0,2 6 0,-6-2 0,3 2 0,-4 0 0,3 0 0,-1 1 0,0-1 0,-2 1 0,1 1 0,-1-1 0,1 0 0,-1 1 0,-2-1 0,0 0 0,0 1 0,0-1 0,0-1 0,0-1 0,0 1 0,0 0 0,0 1 0,0 0 0,0 0 0,0 1 0,0-1 0,0 1 0,0-1 0,0 0 0,0 0 0,0 0 0,0-1 0,0 1 0,4-1 0,-3 0 0,3 0 0,-2 0 0,1 1 0,0 0 0,1 0 0,-1 1 0,0-1 0,2 0 0,-2 0 0,2 0 0,0 0 0,-3 0 0,1-1 0,-3 0 0,0-1 0,0 2 0,0 0 0,0-1 0,-2 1 0,-3-3 0,-6-3 0,-3 1 0,-4-2 0,0 2 0,0 0 0,1-1 0,1 0 0,-3 0 0,0 2 0,-3 0 0,0 0 0,-1-3 0,0 2 0,-8-1 0,-1 0 0,-1-1 0,1-3 0,0 0 0,-1 0 0,1 0 0,-4 0 0,4 0 0,4 0 0,4 0 0,5 0 0,-1 0 0,-2 0 0,0 0 0,2 0 0,4 0 0,-1 0 0,-12 0 0,-24 0 0,-14 0 0,-19 0 0,0 0-561,-1 0 561,-13 0 0,14 0 0,8 0 0,15 0 0,18 0 0,6-2 0,11 0 0,9-1 0,6 1 561,3-1-561,2 1 0,0-1 0,-2 0 0,-11 3 0,-5 0 0,-9 0 0,-7 0 0,-1 0 0,-7 0 0,4 0 0,-11 0 0,-2 0 0,-2 0 0,-2 0 0,16 0 0,6 0 0,11 0 0,10 0 0,5 0 0,4 0 0,1 0 0,0 0 0,0 0 0,-1 0 0,-5 0 0,-3 0 0,-10 0 0,-6 0 0,-7 0 0,-2 0 0,5 0 0,6 0 0,8 0 0,6 0 0,4 0 0,5 0 0,0 0 0,1 0 0,1 0 0,-10 0 0,-4 2 0,-4 3 0,-8 2 0,-6 3 0,-10 2 0,-1-2 0,1-1 0,5-1 0,5-3 0,7-1 0,6-1 0,9-3 0,2 0 0,0 0 0,1 0 0,-5 0 0,-2 0 0,-8 0 0,-2 0 0,-1 0 0,1 0 0,4 0 0,1 0 0,0 0 0,3 0 0,2 0 0,4 0 0,3 0 0,2 0 0,3 0 0,1 0 0,1 0 0,-4 0 0,-4 0 0,-6 0 0,-3 0 0,-2 0 0,-5 0 0,0 0 0,-1 0 0,1 0 0,9 0 0,5 0 0,6 0 0,3 0 0,0 0 0,0 0 0,-1 0 0,-1 0 0,1 0 0,0 0 0,-4-2 0,0-4 0,-1-2 0,-3-3 0,3-1 0,0 1 0,-2-3 0,3 0 0,0 0 0,-1-1 0,2 0 0,-1-2 0,-3-4 0,0-1 0,1-1 0,-3-3 0,1-5 0,2-2 0,2 0 0,6 1 0,3 5 0,0 4 0,2 4 0,0 2 0,1 3 0,2 1 0,0 1 0,0 3 0,0-2 0,0 1 0,0 0 0,2 1 0,10-1 0,4 6 0,11-1 0,-1 2 0,5-1 0,1 1 0,0 0 0,-1 3 0,-4 0 0,1 0 0,1 0 0,-4 0 0,-2 0 0,0 0 0,-2 0 0,1 0 0,0 0 0,-2 0 0,2 0 0,-3 2 0,0 4 0,-1 2 0,0 4 0,0-1 0,-3 1 0,1 1 0,-3 2 0,1 2 0,-1 1 0,-1 1 0,0-1 0,0 1 0,-3 0 0,0-1 0,-4 1 0,-1 0 0,-2-4 0,-2 2 0,0-2 0,0 3 0,0 0 0,0-5 0,0 2 0,0-3 0,0 2 0,-2-1 0,0-2 0,-3 0 0,-2 0 0,-1-1 0,-2-1 0,0-4 0,0-2 0,0-2 0,0-1 0,0 0 0,0 0 0,0 0 0,1 0 0,-2 0 0,-2-2 0,-2-2 0,1-3 0,3-3 0,0 0 0,1 0 0,-1-1 0,0 1 0,3-1 0,1 3 0,1 0 0,1 1 0,0-1 0,1-1 0,-1 0 0,3 0 0,0 1 0,1-1 0,2-3 0,3 5 0,2-3 0,3 6 0,0-1 0,1 0 0,3 2 0,5 0 0,0 2 0,4 1 0,0 0 0,-2 0 0,2 0 0,0 0 0,1 0 0,3 0 0,-1 0 0,-1 0 0,2 0 0,2 0 0,5 0 0,3 0 0,2 0 0,4 0 0,-2 0 0,2 0 0,-3 0 0,-1 0 0,0 0 0,-4 0 0,-6 0 0,-6 0 0,0 0 0,-3 0 0,1 0 0,-1 0 0,0 0 0,1 0 0,5 0 0,2 0 0,2-3 0,3 0 0,-5-4 0,1 1 0,4-1 0,1-1 0,-1 0 0,-4 1 0,-6 3 0,-4-1 0,-3 2 0,1 1 0,-1-1 0,2 3 0,1 0 0,3 0 0,2 0 0,3 0 0,0 0 0,5 0 0,2 0 0,5 0 0,4 0 0,2 0 0,0 0 0,-3 0 0,-4 0 0,0 0 0,4 0 0,-2-2 0,3-1 0,1-1 0,-3 1 0,-1 0 0,-5-1 0,-5 1 0,-5 0 0,-1 2 0,-1-2 0,-2-1 0,2 1 0,-4 0 0,0 3 0,-1 0 0,-2 0 0,1 0 0,-3-2 0,4-1 0,-2 1 0,3-1 0,3 3 0,1-3 0,4-1 0,5 1 0,2 0 0,0-1 0,-1 1 0,0-1 0,0 1 0,0 0 0,-4-1 0,-5 1 0,-1 0 0,1 1 0,3-2 0,1 1 0,-3 0 0,-1 2 0,-1 1 0,1-3 0,4-1 0,-4 1 0,0 0 0,-1 2 0,-3 1 0,3 0 0,-3 0 0,-3 0 0,3 0 0,-3 0 0,3 0 0,-1 0 0,1 0 0,2 0 0,2 0 0,3 0 0,0 0 0,1 0 0,-3 0 0,-2 0 0,-3 0 0,-4 0 0,-2 0 0,-3 0 0,0 0 0,-2 0 0,1 6 0,-1 0 0,0 4 0,1-1 0,0-2 0,-1-2 0,1 1 0,-1 0 0,1 1 0,1 1 0,-2-1 0,0-1 0,-1 1 0,1 0 0,2-1 0,-2 1 0,-1 0 0,-2 1 0,1 1 0,-1-2 0,3 3 0,-1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00:26.048"/>
    </inkml:context>
    <inkml:brush xml:id="br0">
      <inkml:brushProperty name="width" value="0.35" units="cm"/>
      <inkml:brushProperty name="height" value="0.35" units="cm"/>
      <inkml:brushProperty name="color" value="#1B1D1F"/>
    </inkml:brush>
  </inkml:definitions>
  <inkml:trace contextRef="#ctx0" brushRef="#br0">1 719 24575,'49'6'0,"7"-1"0,8-5 0,17 0 0,14 0-492,-42 0 0,0 0 24,4 0 0,-1 0 468,-2-1 0,-2 2 619,37 2-619,-18 1 317,-20 1-317,-14-2 0,-7-3 0,-8 0 0,-5 0 0,-5 0 983,-3 0-982,1 0-1,0 0 0,0 0 0,1 0 0,2 0 0,9 3 0,6 2 0,9-1 0,5-1 0,2-2 0,4-1 0,-5 0 0,-6 0 0,-5 0 0,-7 0 0,0 0 0,-4 0 0,-4 0 0,-2 0 0,-3 0 0,-1 0 0,-1 0 0,1 0 0,-1 0 0,9 0 0,5 0 0,9 0 0,15 0 0,2 0 0,4 0 0,5 0 0,0 0 0,9 0 0,3 0 0,-6 0 0,-7 0 0,-5 0 0,-6 0 0,-7 0 0,-7 0 0,-8 0 0,-6 0 0,-1 0 0,-3 0 0,-1 0 0,3 0 0,-1 0 0,7 0 0,8 0 0,7 0 0,13 0 0,9-4 0,8-1 0,14 0 0,4 1 0,1 3 0,-2-3 0,-5-2 0,-8 1 0,-13 1 0,-14 4 0,-14-3 0,-10-1 0,-4 0 0,-5 1 0,-3 3 0,1 0 0,0 0 0,0 0 0,3 0 0,4-3 0,11 0 0,4-1 0,5 1 0,0 0 0,-8 0 0,-4-1 0,-6 1 0,-3 3 0,0 0 0,-2 0 0,-3 0 0,0 0 0,0 0 0,-1 0 0,0 0 0,-1 0 0,5 0 0,4 0 0,4 0 0,6 0 0,7 0 0,1 0 0,-1 0 0,-6 0 0,-12 0 0,-2 0 0,-4 0 0,0 0 0,0 0 0,-1 0 0,-1 0 0,0 0 0,3 0 0,-3-2 0,3 0 0,-2 0 0,-1 0 0,1 1 0,-3-5 0,1 1 0,-3-4 0,3-1 0,-3 2 0,1-4 0,1 5 0,0 2 0,2 2 0,-1-2 0,1 0 0,1-1 0,1-2 0,-1 2 0,0-1 0,1-1 0,-1 0 0,-2-2 0,0 0 0,-1 0 0,-1 0 0,1-4 0,-1 0 0,-1 0 0,0-1 0,-3 3 0,0-1 0,1-1 0,0 2 0,0 2 0,-1-1 0,-2 1 0,1 1 0,-1 1 0,0-4 0,-2 5 0,-3-5 0,-1 7 0,-1-1 0,-4 0 0,5 1 0,-4-1 0,4 1 0,-2-1 0,-1-2 0,-4 0 0,-2 0 0,0 1 0,1-2 0,0 1 0,-1 1 0,0-1 0,-3-1 0,4 1 0,0 1 0,2 1 0,5 2 0,0-1 0,-5 0 0,3-1 0,-5 2 0,4 0 0,0 1 0,0 0 0,0 0 0,-3 3 0,-2 0 0,0 0 0,-1 0 0,0 0 0,-3 0 0,-8 0 0,-3 0 0,-2 0 0,-4 0 0,2 0 0,-4 0 0,0 0 0,4 0 0,-3 0 0,4 0 0,1 0 0,-4 0 0,4 0 0,4 0 0,0 0 0,4 0 0,-1 0 0,-5 0 0,-1 0 0,-1 0 0,-1 0 0,0 0 0,5 0 0,-4 0 0,-1 0 0,-5 0 0,1 0 0,8 0 0,2 0 0,1 0 0,0 0 0,-3 0 0,-2 0 0,2 0 0,-12-4 0,-7 0 0,-3-1 0,-4 0 0,-1 4 0,-1 1 0,0 0 0,1 0 0,6-1 0,-13-3 0,3-2 0,6-1 0,9 3 0,4 0 0,-6-1 0,-7-3 0,-2-1 0,-2 3 0,-8-1 0,0 2 0,7 0 0,-1-3 0,3 1 0,2 1 0,-3-3 0,18 4 0,-17 1 0,3 0 0,0 0 0,7 0 0,18 0 0,-7 0 0,0 4 0,-3 0 0,1 0 0,9 0 0,4-2 0,5 0 0,4-1 0,4 0 0,2 3 0,-2 0 0,1 0 0,-3 0 0,-7 0 0,-8 0 0,-11 0 0,-11 0 0,-4 0 0,-7 0 0,-7 0 0,3 0 0,7 0 0,13 0 0,12 0 0,10 0 0,5 2 0,6 1 0,5 1 0,-3 4 0,0-2 0,-4 3 0,-2-2 0,-9 2 0,-2 2 0,-4 3 0,0 0 0,5-1 0,3-2 0,5-2 0,5-4 0,7 0 0,2 1 0,2 4 0,3-1 0,0 3 0,0-2 0,0 0 0,0-1 0,0 1 0,5-1 0,-3 0 0,5 0 0,-2 1 0,2 0 0,-2 0 0,2 1 0,0-2 0,-1 1 0,2 0 0,-1 1 0,1-1 0,2 1 0,0-1 0,1 0 0,-2 0 0,0-1 0,1 2 0,-1 2 0,1 0 0,1 1 0,-1-3 0,0-2 0,1-2 0,-1-1 0,4-2 0,0-2 0,4-1 0,4-1 0,-2 0 0,1 0 0,-3 0 0,-2-2 0,2-3 0,-2-3 0,4-3 0,-1 1 0,0 1 0,-1 1 0,1 1 0,0 0 0,-1 0 0,1 0 0,-1 3 0,1-1 0,0 2 0,3 0 0,0 0 0,1 3 0,-2 0 0,-2 0 0,0 0 0,4 0 0,4 0 0,5 0 0,4 0 0,6 0 0,2 0 0,4 0 0,-4 0 0,0 0 0,-5 0 0,-5 0 0,-3 0 0,-5 0 0,-4 0 0,-5 0 0,-5 0 0,-3 0 0,0 0 0,4 0 0,1 0 0,0 0 0,0 0 0,-3 0 0,3 0 0,4 0 0,5 0 0,3 0 0,0 0 0,6 0 0,0 0 0,0 0 0,-4 0 0,-6 0 0,-2 0 0,0 0 0,2 0 0,-3 0 0,3 0 0,-2 0 0,-1 0 0,-1 0 0,1 0 0,0 0 0,0 0 0,2 0 0,2 0 0,8 0 0,1 3 0,0 1 0,0-1 0,0 0 0,6-3 0,1 0 0,-1 0 0,0 0 0,-7 0 0,-2 0 0,-2 0 0,-3 0 0,0 0 0,-2 0 0,-3 0 0,-1 0 0,4 0 0,-2 0 0,2 0 0,1 0 0,4 0 0,8 0 0,11 0 0,8 0 0,7 0 0,1 0 0,-4 0 0,-1 0 0,-11 0 0,-7 0 0,-6 0 0,-10 0 0,-1 0 0,-4 0 0,-5 0 0,0 2 0,-5 0 0,2 0 0,-1 1 0,4-3 0,4 0 0,9 3 0,9 1 0,13 1 0,8-2 0,0-2 0,0-1 0,-7 3 0,-5 2 0,-7-1 0,-9-1 0,-8-3 0,-4 0 0,-3 0 0,-1 0 0,-1 0 0,-1 0 0,0 0 0,0 0 0,-1 3 0,1-1 0,0 1 0,3-1 0,3-2 0,3 0 0,1 0 0,-4 0 0,2 0 0,-2 0 0,0 0 0,-2 0 0,-3 0 0,0 0 0,-1 0 0,-1 0 0,3 0 0,-3 0 0,2 0 0,-3 0 0,3 0 0,6 0 0,4 0 0,5 0 0,-3 0 0,0 0 0,-4 0 0,-3 0 0,-2 0 0,-3 0 0,-2 2 0,0 3 0,-1 2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00:35.453"/>
    </inkml:context>
    <inkml:brush xml:id="br0">
      <inkml:brushProperty name="width" value="0.35" units="cm"/>
      <inkml:brushProperty name="height" value="0.35" units="cm"/>
      <inkml:brushProperty name="color" value="#1B1D1F"/>
    </inkml:brush>
  </inkml:definitions>
  <inkml:trace contextRef="#ctx0" brushRef="#br0">91 142 24575,'72'5'0,"23"-1"0,-2-4 0,-42-4 0,1-2 0,3-2 0,-1-2 0,42-11-492,-43 8 0,1 0 38,-1 3 1,-2 1 453,42-7 375,-3 0-375,-14 5 368,-18 4-368,-14 3 0,-12 3 0,-7 0 959,-5 1-959,-4 0 189,-2 0-189,-4 0 0,0 0 0,0 0 0,9 0 0,2 0 0,8 0 0,7 0 0,7 0 0,10 0 0,7 0 0,8 0 0,2 0 0,7 0 0,-5 0 0,-8 0 0,-1 0 0,-9 0 0,-8 0 0,-8 0 0,-15 0 0,-3 0 0,-4 0 0,-3 1 0,1 2 0,4-1 0,3 3 0,5-1 0,4-1 0,7 3 0,11-1 0,7 0 0,7 2 0,1-1 0,1-1 0,-2 3 0,-5-4 0,-4 0 0,-12 2 0,-4-4 0,-4 2 0,0-1 0,3 0 0,-3 1 0,0-1 0,-8 2 0,-2-2 0,-3 0 0,-1 0 0,2 0 0,2 0 0,8 1 0,2-1 0,4-3 0,4 0 0,-3 2 0,4 1 0,-4 1 0,-4 0 0,-1-2 0,-4-2 0,-4 0 0,-5 0 0,-4 0 0,-5 0 0,0 0 0,0 0 0,-1 0 0,0 0 0,-1 0 0,5 0 0,3 0 0,10 0 0,6 0 0,8 0 0,6 0 0,3 0 0,-3 0 0,-8 0 0,-6 0 0,-10 0 0,-5 0 0,-3 0 0,-5 0 0,-1 0 0,0 0 0,-3 10 0,-2-5 0,-2 9 0,-2-6 0,0 4 0,0 2 0,0 2 0,0-2 0,0-2 0,0-1 0,0-1 0,0 0 0,0 0 0,0-1 0,0 0 0,0 4 0,0-3 0,0 4 0,0-5 0,0 1 0,0 0 0,0 0 0,0 0 0,0 0 0,0-1 0,0 1 0,0-2 0,0 5 0,0-4 0,0 4 0,0-4 0,0 1 0,0-1 0,0 0 0,0 0 0,0 4 0,-2-5 0,-2 3 0,-3-3 0,-2 0 0,-1 1 0,-1 1 0,1 1 0,-1-1 0,1 0 0,-1 1 0,1-1 0,-4 1 0,-1 0 0,2-3 0,0 0 0,5-2 0,-4-1 0,-2 1 0,0-1 0,-3 1 0,1 0 0,-2-2 0,-1 0 0,4-4 0,-3 3 0,3 1 0,-4-1 0,1 2 0,3-2 0,-2 0 0,3-1 0,1-2 0,1 2 0,3 0 0,-2 1 0,1-1 0,0-2 0,-1 1 0,1-1 0,-1 0 0,0 0 0,1 0 0,-4 0 0,-1 0 0,-14 0 0,-24 0 0,-20 0-715,-23 0 715,44 0 0,-1 0 0,-2 0 0,-2 0 0,-3 0 0,-1 0 0,2 0 0,2 0 0,4 0 0,3 0 0,-32 0 0,23 0 0,15-3 0,12-2 0,11-3 0,8-2 715,6 3-715,0 1 0,1 2 0,-9 2 0,-5 0 0,-26 1 0,-16 1 0,-29 0-389,39 0 0,0 0 389,-1 0 0,-1 0 0,-1 0 0,-1 0 0,4 0 0,0 0 0,1 0 0,0 0 0,-30 0 0,22 0 0,20 0 0,13 0 0,4 0 0,6 0 0,5-2 778,3 0-778,1-2 0,-1-1 0,-2 2 0,-5 1 0,-7-1 0,-10 0 0,-9-2 0,-10 2 0,-5 2 0,0 0 0,0 1 0,5-3 0,5-2 0,6 1 0,11 0 0,9 4 0,6 0 0,5-1 0,0 1 0,-2 0 0,-9 0 0,-10 0 0,-11 0 0,-12 0 0,-3 0 0,-1 0 0,-5 0 0,4 0 0,7 0 0,7 0 0,16 0 0,5 0 0,3 0 0,3 0 0,-1 0 0,2 0 0,-2 0 0,-4-2 0,-1-1 0,-7-1 0,-2 1 0,-6 3 0,0-1 0,5-2 0,1 0 0,9-3 0,5 0 0,4 1 0,6-2 0,3 1 0,3-8 0,2 1 0,0-4 0,0 2 0,0-2 0,0-1 0,0-2 0,0-7 0,0-1 0,0-1 0,0-6 0,0 5 0,0-2 0,0-1 0,0 4 0,0-2 0,2 6 0,0 4 0,3 5 0,1 6 0,2 4 0,5 3 0,5 2 0,4 1 0,4 0 0,1-1 0,-1 1 0,0 3 0,-3 2 0,0 4 0,0 2 0,0 1 0,3 1 0,0 0 0,1-2 0,0-1 0,0 0 0,0 1 0,0-1 0,0 0 0,0-1 0,-1 2 0,5 2 0,-2 1 0,-1-4 0,-5-3 0,-6 0 0,-1-1 0,-3 1 0,-1 1 0,-2 0 0,1 0 0,-1-1 0,1-1 0,-1-1 0,1 0 0,-1 1 0,0 1 0,0 0 0,-2 1 0,0 0 0,0 0 0,1 1 0,0 0 0,0 0 0,1 1 0,-1-1 0,1-1 0,0-1 0,0 0 0,0-1 0,0 1 0,4-2 0,9 0 0,15 1 0,16-2 0,18 0 0,11-3 0,2-1 0,8 1 0,-10-1 0,-2 0 0,-8 0 0,-19 0 0,-3 0 0,-15 0 0,-8 0 0,-5 0 0,-8 0 0,-3 0 0,-3-2 0,0 0 0,0-3 0,1 1 0,0-2 0,0 1 0,1 0 0,-1-1 0,1 3 0,2-2 0,2 1 0,3 0 0,1 1 0,-1 3 0,0 0 0,-5 0 0,-1 0 0,-3-2 0,0 0 0,1-1 0,0 1 0,1 1 0,-1 1 0,3 0 0,5-1 0,1 1 0,7 0 0,2 0 0,2 0 0,1 0 0,-5 0 0,-3 0 0,3 0 0,2 0 0,0 0 0,6 0 0,3 0 0,2 0 0,3 0 0,-3 0 0,-5 0 0,-1 0 0,-5 0 0,-1 0 0,-3-2 0,-5-1 0,-2 0 0,-3-1 0,0 1 0,-2-2 0,-1 1 0,4 1 0,6-2 0,4 2 0,5-1 0,6-2 0,2 1 0,4 0 0,-4 1 0,1 0 0,-1 0 0,-8-1 0,-3 2 0,-8 2 0,-4 1 0,-3 0 0,-3 0 0,0 0 0,0 0 0,1 0 0,-1 0 0,1 0 0,-1 0 0,1 0 0,0 0 0,0 0 0,4 0 0,9 0 0,2 0 0,0 0 0,-2 0 0,-4 0 0,1 0 0,2 0 0,-2 0 0,-4 0 0,-1 0 0,-3 0 0,-1 0 0,-1 0 0,0 0 0,0 0 0,-2 0 0,4 0 0,-2 0 0,3 0 0,-3 0 0,3 0 0,1 2 0,1 1 0,3 2 0,-3 1 0,0 0 0,-1 2 0,-1-2 0,2 1 0,0-2 0,3 0 0,1 2 0,5 2 0,2 0 0,-3-2 0,-3-1 0,-4-2 0,-4-1 0,-1-1 0,-1-1 0,0-1 0,0 0 0,-38 0 0,-4 0 0,-42 0 0,4 0 0,-14-5 0,-3-9-492,33 3 0,-2-2 386,-1 0 1,0 0 105,2 1 0,0 0-295,1 3 1,3 0 294,-34-6 0,3-1 0,-12 1 0,-3 2 0,34 6 0,-4 0-492,-13-1 0,-2 1 3,4 2 1,-2 1 488,11 1 0,-3 0 0,1 1 0,-29 1 0,2 1 0,-2-1 0,0 1 0,29 0 0,0 0 0,0 0 0,2 0 0,1 0 0,1 0 0,-31 0 0,3 0 0,10 0 0,5 0 0,17 0 0,6 0 0,-4 0 0,7-2 0,19-2 983,7 1-930,8-2 508,7 0-561,6 0 983,2-3 0,-1 3-801,-2-2-182,-1 1 0,0 1 0,-1-4 0,6 4 0,2-1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00:43.386"/>
    </inkml:context>
    <inkml:brush xml:id="br0">
      <inkml:brushProperty name="width" value="0.35" units="cm"/>
      <inkml:brushProperty name="height" value="0.35" units="cm"/>
      <inkml:brushProperty name="color" value="#1B1D1F"/>
    </inkml:brush>
  </inkml:definitions>
  <inkml:trace contextRef="#ctx0" brushRef="#br0">210 311 24575,'80'-5'0,"-15"1"0,3 4 0,3 0 0,-18 0 0,4 0 0,8 0 0,3 0-492,1 0 0,-1 0 174,-6 0 0,-4 0 318,29 0 445,-4 0-445,-14 0 287,-15 0-287,-15 0 0,-15 0 0,-3 0 824,-3 0-824,-3 0 64,-3 0-64,-3 0 0,0 0 0,6 0 0,11 0 0,11 0 0,8 0 0,9 0 0,8 0 0,8 0 0,1 0 0,-7 0 0,-13 0 0,-12 0 0,-8 0 0,-9 0 0,-5 0 0,-4 0 0,-5 0 0,2 0 0,-1 0 0,4 0 0,9 0 0,9 0 0,10 0 0,7 0 0,7-4 0,8-1 0,8-1 0,5 2 0,-7 1 0,-8-2 0,-14 1 0,-14-2 0,-8 3 0,-8-1 0,-2 1 0,-3 2 0,-1 1 0,-1 0 0,1 0 0,2-3 0,10-1 0,16 1 0,25-5 0,15 2 0,13-1-492,-42 3 0,0-1-492,41-1 0,-6 0 0,-11-2 0,-14 3 530,-8-2 454,-12-1 0,-11 4 0,-8 0 983,-4 3 0,-2 1 0,-4 0 0,3 0 0,8 0-524,7-2-459,12-2 0,12-3 0,7-1 0,13-2 0,-3 0 0,-4 4 0,-12-2 0,-11 4 0,-11 0 0,-11 0 0,-5 4 0,-7 1 0,-3 6 0,-4 7 0,-2 1 0,0 2 0,0-5 0,0-2 0,0 1 0,0 3 0,0 0 0,2 1 0,1-1 0,0-4 0,-1 1 0,-2-1 0,0-1 0,0-1 0,0 1 0,0 0 0,0 1 0,0 0 0,0 0 0,0 1 0,0-1 0,0 0 0,2 1 0,1-1 0,-1 0 0,1 0 0,-3 0 0,0-1 0,0 3 0,0-3 0,0 4 0,2-6 0,1 5 0,-1-4 0,3 5 0,-2-4 0,-1 1 0,3-2 0,-2 2 0,-1-2 0,0 2 0,-2-1 0,0 1 0,0 0 0,0 0 0,0 0 0,-1 0 0,-8-3 0,-2 0 0,-7-2 0,-1-1 0,0 1 0,-4-2 0,-4 0 0,-8-1 0,-7-2 0,-5 3 0,-2 1 0,-1 0 0,1 0 0,4-4 0,1 1 0,5-1 0,6 0 0,1 0 0,6 0 0,2 0 0,-26 0 0,-25 0 0,21 0 0,-5 0-492,-20 0 0,-5 0 164,19 0 0,-3 0 0,-1 0 0,-10 0 0,-3 0 0,0 0 0,-5 0 0,0 0 0,0 0 0,6 0 0,2 0 0,0 0 0,5 0 0,0 0 0,2 0-164,-29 0 0,4 0 0,9 0 0,4 0 203,9 0 0,5 0 1272,-27 0-341,34 0 341,25 0 0,10 0 0,10 0 0,5-2 0,4 0 0,2-2-56,-6-1-927,-11 1 0,-15 2 0,-25 1 0,-12-3 0,-15-1 0,-3 0-433,6-4 433,2 4 0,18-4 0,15 1 0,14 4 0,16-1 0,6 2 0,4 0 0,5 1 0,-1 2 0,0 0 433,-3 0-433,3 0 0,-5 0 0,-3 0 0,-10 0 0,-11 0 0,-2 0 0,1 0 0,11 0 0,6 0 0,4 0 0,3 0 0,2 0 0,6-3 0,2-7 0,3-3 0,2-9 0,3-1 0,3-8 0,6-6 0,3-7 0,3 1 0,4 1 0,1 1 0,-1 5 0,-1 2 0,3 6 0,4 3 0,4 0 0,-1 3 0,-3 6 0,-1 4 0,-3 4 0,-1 3 0,-3 1 0,-1 4 0,0-1 0,-4 1 0,-1 0 0,-4 0 0,0 0 0,-1 0 0,0 0 0,-1 0 0,1 0 0,1 0 0,1-2 0,6-3 0,10-5 0,10-1 0,15-1 0,9 3 0,9 3 0,14 1-681,11 4 681,-44 1 0,1 0 0,3 0 0,0 0 0,39 0 0,-6 0-72,-13 0 72,-5 0 0,-3 0 0,-15 0 0,-8 0 0,-16 0 679,-3 0-679,-5 0 74,-4 0-74,-1 0 0,-4 0 0,-1 0 0,4 0 0,4 0 0,9 0 0,16 0 0,6 0 0,7 0 0,9 0 0,-1 0 0,8 0 0,-2 0 0,-14 2 0,-8 1 0,-12 1 0,-10-1 0,-5-3 0,-6 0 0,-4 2 0,-2 1 0,1 1 0,-2 1 0,3-2 0,8 1 0,15 4 0,12 3 0,12 1 0,4 1 0,1-1 0,0 2 0,-9-1 0,-8-1 0,-12-4 0,-9-4 0,-6 2 0,-6-3 0,-3-1 0,-3 2 0,3 1 0,-3 1 0,7 5 0,6 0 0,12 2 0,14 3 0,14 5 0,10 7 0,8 2 0,-6 2 0,-14-6 0,-14-7 0,-13-1 0,-10-7 0,-4-1 0,-5-2 0,-3-3 0,-4-2 0,-31-2 0,-3-1 0,-35 0 0,1 0 0,0 0 0,-5 0 0,-1 0 0,-1 0 0,4 0 0,10 0 0,8 0 0,9 0 0,0 0 0,5 0 0,5 0 0,1 0 0,1 0 0,0 0 0,3 0 0,1 0 0,1 0 0,-1 0 0,-22 0 0,-4 0 0,-5 0 0,3 0 0,-2 5 0,-29 4 0,-16 7-492,42-6 0,-2 0 455,2 1 1,1 0 36,-42 6-188,12-1 188,16-2 0,19-4 0,12-1 0,12-5 0,12-1 983,5 0-920,2-1 136,-6 3-199,-15 2 0,-11 4 0,-17 5 0,-8 1 0,15-7 0,-4 0-492,-9 2 0,-2-1 477,1 1 0,-1-1 15,0 1 0,2-1 0,-33 10-465,11-1 465,-10 1 0,18-2 0,3-1 0,3-4 0,13-4 0,-9-2 0,6-3 0,-7-1 0,-9-2 0,2-1 0,1-1 0,14 0 0,6 0 983,2 0-976,5 0 482,10 0-489,10 0 0,11 0 0,4 0 0,4 0 0,40 0 0,-12 0 0,35 0 0,-25 0 0,6 0 0,1 0 0,2 0 0,3 0 0,-3 0 0,3 0 0,-5 0 0,1 0 0,-2 0 0,-5 0 0,-1 0 0,4 0 0,8 0 0,11 0 0,17 0 0,6 0 0,13 0-727,9 0 727,-48 0 0,1 0 0,4 0 0,0 0 0,-3 0 0,0 0 0,44 0-216,-9 0 216,-15 0 0,-8 0 0,-15 0 0,-12 0 0,-8 0 718,-8 0-718,-3 0 225,-3 0-225,-3 0 0,4 0 0,-2 0 0,7 0 0,5 0 0,6 0 0,14 0 0,4 0 0,5 0 0,5 0 0,-4 0 0,0 0 0,-8 0 0,-13 0 0,-10 0 0,-9 0 0,-5 0 0,-3 0 0,1 0 0,0 0 0,1 0 0,-1 0 0,-1 0 0,0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00:56.845"/>
    </inkml:context>
    <inkml:brush xml:id="br0">
      <inkml:brushProperty name="width" value="0.35" units="cm"/>
      <inkml:brushProperty name="height" value="0.35" units="cm"/>
      <inkml:brushProperty name="color" value="#1B1D1F"/>
    </inkml:brush>
  </inkml:definitions>
  <inkml:trace contextRef="#ctx0" brushRef="#br0">0 1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4713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11" Type="http://schemas.openxmlformats.org/officeDocument/2006/relationships/customXml" Target="../ink/ink3.xml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svg"/><Relationship Id="rId9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png"/><Relationship Id="rId7" Type="http://schemas.openxmlformats.org/officeDocument/2006/relationships/customXml" Target="../ink/ink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customXml" Target="../ink/ink4.xml"/><Relationship Id="rId4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customXml" Target="../ink/ink6.xml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customXml" Target="../ink/ink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4.svg"/><Relationship Id="rId11" Type="http://schemas.openxmlformats.org/officeDocument/2006/relationships/customXml" Target="../ink/ink11.xml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13" Type="http://schemas.openxmlformats.org/officeDocument/2006/relationships/image" Target="../media/image11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sv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3.sv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customXml" Target="../ink/ink12.xml"/><Relationship Id="rId10" Type="http://schemas.openxmlformats.org/officeDocument/2006/relationships/image" Target="../media/image37.svg"/><Relationship Id="rId4" Type="http://schemas.openxmlformats.org/officeDocument/2006/relationships/image" Target="../media/image31.svg"/><Relationship Id="rId9" Type="http://schemas.openxmlformats.org/officeDocument/2006/relationships/image" Target="../media/image36.png"/><Relationship Id="rId14" Type="http://schemas.openxmlformats.org/officeDocument/2006/relationships/image" Target="../media/image1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png"/><Relationship Id="rId5" Type="http://schemas.openxmlformats.org/officeDocument/2006/relationships/customXml" Target="../ink/ink14.xml"/><Relationship Id="rId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.xml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9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0.png"/><Relationship Id="rId5" Type="http://schemas.openxmlformats.org/officeDocument/2006/relationships/customXml" Target="../ink/ink17.xml"/><Relationship Id="rId4" Type="http://schemas.openxmlformats.org/officeDocument/2006/relationships/image" Target="../media/image1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0.png"/><Relationship Id="rId5" Type="http://schemas.openxmlformats.org/officeDocument/2006/relationships/customXml" Target="../ink/ink19.xml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88873" y="1799392"/>
            <a:ext cx="12452653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Intrusion Detection System in Vehicular Ad-Hoc Networks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1088873" y="3361038"/>
            <a:ext cx="6708241" cy="444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Architecture, Challenges, &amp; Hybrid Solutions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088873" y="3875424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Securing vehicular networks from cyber threats with IDS.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93790" y="4803100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Presented by: Siddhart Singh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93790" y="5190053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Reg No: 2427030548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93790" y="5577007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Supervisor:</a:t>
            </a:r>
            <a:endParaRPr lang="en-US" sz="15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397BF63-284A-57C5-D5EF-D06F1BDB51D0}"/>
                  </a:ext>
                </a:extLst>
              </p14:cNvPr>
              <p14:cNvContentPartPr/>
              <p14:nvPr/>
            </p14:nvContentPartPr>
            <p14:xfrm>
              <a:off x="12870360" y="7755558"/>
              <a:ext cx="1603080" cy="3682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397BF63-284A-57C5-D5EF-D06F1BDB51D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07360" y="7692558"/>
                <a:ext cx="1728720" cy="493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6513" y="599123"/>
            <a:ext cx="4517112" cy="528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Introduction to VANETs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76513" y="1466017"/>
            <a:ext cx="13277374" cy="541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VANETs are specialized Mobile Ad-Hoc Networks (MANETs) for intelligent transport. They enable dynamic, infrastructure-independent communication for enhanced safety and traffic management.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76513" y="2197537"/>
            <a:ext cx="4313039" cy="2192179"/>
          </a:xfrm>
          <a:prstGeom prst="roundRect">
            <a:avLst>
              <a:gd name="adj" fmla="val 1157"/>
            </a:avLst>
          </a:prstGeom>
          <a:solidFill>
            <a:srgbClr val="3B3C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5582" y="2366605"/>
            <a:ext cx="507325" cy="507325"/>
          </a:xfrm>
          <a:prstGeom prst="roundRect">
            <a:avLst>
              <a:gd name="adj" fmla="val 18022147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5123" y="2506147"/>
            <a:ext cx="228243" cy="2282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5582" y="3042999"/>
            <a:ext cx="2114312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V2V Communication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45582" y="3408759"/>
            <a:ext cx="3974902" cy="811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Direct vehicle-to-vehicle communication for cooperative awareness, collision warnings, and safety maneuvers.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158621" y="2197537"/>
            <a:ext cx="4313039" cy="2192179"/>
          </a:xfrm>
          <a:prstGeom prst="roundRect">
            <a:avLst>
              <a:gd name="adj" fmla="val 1157"/>
            </a:avLst>
          </a:prstGeom>
          <a:solidFill>
            <a:srgbClr val="3B3C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327690" y="2366605"/>
            <a:ext cx="507325" cy="507325"/>
          </a:xfrm>
          <a:prstGeom prst="roundRect">
            <a:avLst>
              <a:gd name="adj" fmla="val 18022147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67231" y="2506147"/>
            <a:ext cx="228243" cy="2282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27690" y="3042999"/>
            <a:ext cx="2114312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V2I Communication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5327690" y="3408759"/>
            <a:ext cx="3974902" cy="811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Vehicle-to-infrastructure links with roadside units for extended network reach and traffic coordination.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9640729" y="2197537"/>
            <a:ext cx="4313039" cy="2192179"/>
          </a:xfrm>
          <a:prstGeom prst="roundRect">
            <a:avLst>
              <a:gd name="adj" fmla="val 1157"/>
            </a:avLst>
          </a:prstGeom>
          <a:solidFill>
            <a:srgbClr val="3B3C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809798" y="2366605"/>
            <a:ext cx="507325" cy="507325"/>
          </a:xfrm>
          <a:prstGeom prst="roundRect">
            <a:avLst>
              <a:gd name="adj" fmla="val 18022147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49339" y="2506147"/>
            <a:ext cx="228243" cy="22824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09798" y="3042999"/>
            <a:ext cx="2114312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V2X Communication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9809798" y="3408759"/>
            <a:ext cx="3974902" cy="811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Collective framework encompassing all communication types (V2V, V2I) for comprehensive connectivity.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76513" y="4749046"/>
            <a:ext cx="2114312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On-Board Unit (OBU)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676513" y="5182433"/>
            <a:ext cx="4105037" cy="541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In-vehicle computer for wireless communication, data processing, and real-time network functions.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201841" y="4749046"/>
            <a:ext cx="2114312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Roadside Unit (RSU)</a:t>
            </a:r>
            <a:endParaRPr lang="en-US" sz="1650" dirty="0"/>
          </a:p>
        </p:txBody>
      </p:sp>
      <p:sp>
        <p:nvSpPr>
          <p:cNvPr id="22" name="Text 17"/>
          <p:cNvSpPr/>
          <p:nvPr/>
        </p:nvSpPr>
        <p:spPr>
          <a:xfrm>
            <a:off x="5201841" y="5182433"/>
            <a:ext cx="4105037" cy="541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Fixed roadside nodes providing network coverage, coordination, and vehicle connection points.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9727168" y="4749046"/>
            <a:ext cx="2148721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Trusted Authority (TA)</a:t>
            </a:r>
            <a:endParaRPr lang="en-US" sz="1650" dirty="0"/>
          </a:p>
        </p:txBody>
      </p:sp>
      <p:sp>
        <p:nvSpPr>
          <p:cNvPr id="24" name="Text 19"/>
          <p:cNvSpPr/>
          <p:nvPr/>
        </p:nvSpPr>
        <p:spPr>
          <a:xfrm>
            <a:off x="9727168" y="5182433"/>
            <a:ext cx="4241840" cy="541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Central security entity for managing credentials, keys, and maintaining network trust.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76513" y="6129457"/>
            <a:ext cx="2833807" cy="317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Key VANET Applications</a:t>
            </a:r>
            <a:endParaRPr lang="en-US" sz="1950" dirty="0"/>
          </a:p>
        </p:txBody>
      </p:sp>
      <p:sp>
        <p:nvSpPr>
          <p:cNvPr id="26" name="Text 21"/>
          <p:cNvSpPr/>
          <p:nvPr/>
        </p:nvSpPr>
        <p:spPr>
          <a:xfrm>
            <a:off x="676513" y="6700123"/>
            <a:ext cx="13277374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Safety:</a:t>
            </a: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Collision warnings, emergency alerts, accident prevention.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676513" y="7029926"/>
            <a:ext cx="13277374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Traffic Management:</a:t>
            </a: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Congestion management, route optimization, smart traffic signals.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676513" y="7359729"/>
            <a:ext cx="13277374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Infotainment:</a:t>
            </a: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Multimedia sharing, location services, entertainment, passenger connectivity.</a:t>
            </a:r>
            <a:endParaRPr lang="en-US" sz="13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35D32E38-65A3-FDE2-BD06-BF656C93DF0D}"/>
                  </a:ext>
                </a:extLst>
              </p14:cNvPr>
              <p14:cNvContentPartPr/>
              <p14:nvPr/>
            </p14:nvContentPartPr>
            <p14:xfrm>
              <a:off x="12935880" y="7785438"/>
              <a:ext cx="1521720" cy="34092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35D32E38-65A3-FDE2-BD06-BF656C93DF0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872880" y="7722798"/>
                <a:ext cx="1647360" cy="46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DAB739A7-AF4B-3D4F-4858-E911BC29F8CF}"/>
                  </a:ext>
                </a:extLst>
              </p14:cNvPr>
              <p14:cNvContentPartPr/>
              <p14:nvPr/>
            </p14:nvContentPartPr>
            <p14:xfrm>
              <a:off x="7455816" y="-4080240"/>
              <a:ext cx="360" cy="36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DAB739A7-AF4B-3D4F-4858-E911BC29F8C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392816" y="-4143240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51121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Problem Statement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368034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Current VANET security faces critical challenges:</a:t>
            </a: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8204" y="2914888"/>
            <a:ext cx="297656" cy="297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38632" y="2908816"/>
            <a:ext cx="5752505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High mobility and dynamic topology make traditional IDS ineffective</a:t>
            </a:r>
            <a:endParaRPr lang="en-US" sz="1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13558" y="2914888"/>
            <a:ext cx="297656" cy="2976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083987" y="2908816"/>
            <a:ext cx="5752624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Single-layer IDS approaches cannot handle diverse attack vectors</a:t>
            </a:r>
            <a:endParaRPr lang="en-US" sz="1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8204" y="3932039"/>
            <a:ext cx="297656" cy="29765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438632" y="3925967"/>
            <a:ext cx="5752505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Existing solutions lack real-time detection capabilities for safety-critical applications</a:t>
            </a:r>
            <a:endParaRPr lang="en-US" sz="1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13558" y="3932039"/>
            <a:ext cx="297656" cy="29765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083987" y="3925967"/>
            <a:ext cx="5752624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Limited research on hybrid approaches combining HIDS and NIDS for VANETs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793790" y="4843939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Research Questions</a:t>
            </a:r>
            <a:endParaRPr lang="en-US" sz="31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8204" y="5643801"/>
            <a:ext cx="297656" cy="29765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438632" y="5637728"/>
            <a:ext cx="3537347" cy="930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How can hybrid IDS improve detection rates in dynamic VANET environments?</a:t>
            </a:r>
            <a:endParaRPr lang="en-US" sz="195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8400" y="5643801"/>
            <a:ext cx="297656" cy="297656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868829" y="5637728"/>
            <a:ext cx="3537466" cy="1240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What is the optimal architecture for combining HIDS and NIDS in vehicular networks?</a:t>
            </a:r>
            <a:endParaRPr lang="en-US" sz="19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28716" y="5643801"/>
            <a:ext cx="297656" cy="297656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10299144" y="5637728"/>
            <a:ext cx="3537466" cy="1240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How can we achieve real-time threat detection without compromising network performance?</a:t>
            </a:r>
            <a:endParaRPr lang="en-US" sz="195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EBAC530-A0F9-845F-2ED6-2AD4A9088627}"/>
              </a:ext>
            </a:extLst>
          </p:cNvPr>
          <p:cNvGrpSpPr/>
          <p:nvPr/>
        </p:nvGrpSpPr>
        <p:grpSpPr>
          <a:xfrm>
            <a:off x="12932280" y="7746558"/>
            <a:ext cx="1512720" cy="327600"/>
            <a:chOff x="12932280" y="7746558"/>
            <a:chExt cx="1512720" cy="32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870F432-684E-A9B2-95C9-F651842438A7}"/>
                    </a:ext>
                  </a:extLst>
                </p14:cNvPr>
                <p14:cNvContentPartPr/>
                <p14:nvPr/>
              </p14:nvContentPartPr>
              <p14:xfrm>
                <a:off x="12932280" y="7746558"/>
                <a:ext cx="1512720" cy="3276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870F432-684E-A9B2-95C9-F651842438A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2869280" y="7683558"/>
                  <a:ext cx="163836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98B2B60-6B81-7E59-A9A1-B6CDB16104A7}"/>
                    </a:ext>
                  </a:extLst>
                </p14:cNvPr>
                <p14:cNvContentPartPr/>
                <p14:nvPr/>
              </p14:nvContentPartPr>
              <p14:xfrm>
                <a:off x="13283280" y="7918998"/>
                <a:ext cx="531000" cy="3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98B2B60-6B81-7E59-A9A1-B6CDB16104A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3220640" y="7856358"/>
                  <a:ext cx="656640" cy="126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2115" y="649010"/>
            <a:ext cx="4576167" cy="572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Objectives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2115" y="1294209"/>
            <a:ext cx="3660934" cy="45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Research Objectives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732115" y="2026325"/>
            <a:ext cx="13166169" cy="292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Primary Objective:</a:t>
            </a: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Design and evaluate a hybrid intrusion detection system for VANETs that combines HIDS and NIDS for enhanced security coverage.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2115" y="2593658"/>
            <a:ext cx="3660934" cy="45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Specific Objectives:</a:t>
            </a:r>
            <a:endParaRPr lang="en-US" sz="28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0695" y="3334762"/>
            <a:ext cx="274558" cy="2745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6952" y="3325773"/>
            <a:ext cx="12571333" cy="292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Analyze existing IDS approaches and their limitations in VANET environments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0695" y="4258925"/>
            <a:ext cx="274558" cy="27455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6952" y="4249936"/>
            <a:ext cx="12571333" cy="292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Develop a hybrid IDS architecture integrating host-based and network-based detection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0695" y="5183088"/>
            <a:ext cx="274558" cy="27455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26952" y="5174099"/>
            <a:ext cx="12571333" cy="292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Design real-time detection algorithms for safety-critical vehicular applications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0695" y="6107251"/>
            <a:ext cx="274558" cy="27455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26952" y="6098262"/>
            <a:ext cx="12571333" cy="292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Evaluate performance metrics: detection rate, false positives, response time, scalability</a:t>
            </a:r>
            <a:endParaRPr lang="en-US" sz="14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0695" y="7031415"/>
            <a:ext cx="274558" cy="27455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326952" y="7022425"/>
            <a:ext cx="12571333" cy="292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Compare hybrid approach with traditional single-layer IDS solutions</a:t>
            </a:r>
            <a:endParaRPr lang="en-US" sz="1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4140641-B0F9-F1C7-6D6C-18B1A2AB03CF}"/>
                  </a:ext>
                </a:extLst>
              </p14:cNvPr>
              <p14:cNvContentPartPr/>
              <p14:nvPr/>
            </p14:nvContentPartPr>
            <p14:xfrm>
              <a:off x="12836160" y="7757718"/>
              <a:ext cx="1596240" cy="3538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4140641-B0F9-F1C7-6D6C-18B1A2AB03C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773160" y="7694718"/>
                <a:ext cx="1721880" cy="479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01303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Literature Review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600676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Key Research Areas: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93790" y="2592824"/>
            <a:ext cx="311253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VANET Security Challenges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93790" y="3101340"/>
            <a:ext cx="3979664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Hasrouny et al. (2017): Comprehensive survey of VANET security challenges (862+ citations)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4123372"/>
            <a:ext cx="3979664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Yeferny et al. (2021): Architecture, applications, and security challenges in VANETs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265182" y="2592824"/>
            <a:ext cx="33928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Intrusion Detection in VANETs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265182" y="3101340"/>
            <a:ext cx="3979664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Nandy et al. (2024): Recent review of security attacks and IDS in vehicular networks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265182" y="4123372"/>
            <a:ext cx="3979664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Rajarajan et al. (2016): Host-based intrusion detection approaches for VANETs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736574" y="2592824"/>
            <a:ext cx="269414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Machine Learning &amp; IDS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736574" y="3101340"/>
            <a:ext cx="411503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Manderna et al. (2023): Cascaded ML approach for vehicular network intrusion detection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736574" y="4123372"/>
            <a:ext cx="411503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Hassan et al. (2023): Explainable AI models for intrusion detection in vehicular networks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93790" y="5443061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Research Gaps: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793790" y="6236851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Limited hybrid approaches combining HIDS and NIDS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93790" y="6623804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Lack of real-time detection for safety-critical applications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93790" y="7010757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Insufficient evaluation of scalability in dynamic environments</a:t>
            </a:r>
            <a:endParaRPr lang="en-US" sz="15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934547E-4BC7-49FB-F3BD-AAE3A5B4E78B}"/>
                  </a:ext>
                </a:extLst>
              </p14:cNvPr>
              <p14:cNvContentPartPr/>
              <p14:nvPr/>
            </p14:nvContentPartPr>
            <p14:xfrm>
              <a:off x="12863520" y="7801998"/>
              <a:ext cx="1636200" cy="2847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934547E-4BC7-49FB-F3BD-AAE3A5B4E78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00520" y="7739358"/>
                <a:ext cx="1761840" cy="410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9139"/>
            <a:ext cx="828794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VANET Communication Architecture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746052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VANET architecture involves vehicles (OBUs) communicating (V2V) and connecting with roadside units (RSUs) (V2I). RSUs link to the Trusted Authority (TA).</a:t>
            </a: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827615"/>
            <a:ext cx="3659267" cy="444948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917543" y="2802731"/>
            <a:ext cx="293048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Architecture Components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8917543" y="3311247"/>
            <a:ext cx="492656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Layered architecture for seamless communication. OBUs use DSRC/C-V2X protocols. RSUs aggregate traffic, relaying to TA-managed cloud.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917543" y="4442460"/>
            <a:ext cx="4926568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Distributed design ensures redundancy, scalability, flexibility, and security via TA. Balances local autonomy with global coordination for optimal performance.</a:t>
            </a:r>
            <a:endParaRPr lang="en-US" sz="15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DDB829A-0139-89F9-0586-E1A15AA1B0EA}"/>
                  </a:ext>
                </a:extLst>
              </p14:cNvPr>
              <p14:cNvContentPartPr/>
              <p14:nvPr/>
            </p14:nvContentPartPr>
            <p14:xfrm>
              <a:off x="12909600" y="7776438"/>
              <a:ext cx="1593000" cy="2966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DDB829A-0139-89F9-0586-E1A15AA1B0E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846600" y="7713798"/>
                <a:ext cx="1718640" cy="422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8995" y="391001"/>
            <a:ext cx="4606171" cy="413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Security Challenges in VANETs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8995" y="1068705"/>
            <a:ext cx="13572411" cy="211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VANETs face unique security challenges due to high mobility, dynamic topology, resource constraints, and strict latency.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28995" y="1561148"/>
            <a:ext cx="1983819" cy="247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Network Challenges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28995" y="1957745"/>
            <a:ext cx="6624876" cy="845225"/>
          </a:xfrm>
          <a:prstGeom prst="roundRect">
            <a:avLst>
              <a:gd name="adj" fmla="val 8655"/>
            </a:avLst>
          </a:prstGeom>
          <a:solidFill>
            <a:srgbClr val="1C1D1F"/>
          </a:solidFill>
          <a:ln w="15240">
            <a:solidFill>
              <a:srgbClr val="9FA5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13755" y="1957745"/>
            <a:ext cx="60960" cy="845225"/>
          </a:xfrm>
          <a:prstGeom prst="roundRect">
            <a:avLst>
              <a:gd name="adj" fmla="val 32545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22114" y="2105144"/>
            <a:ext cx="1653183" cy="206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High Mobility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22114" y="2443996"/>
            <a:ext cx="6284357" cy="211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Rapid topology changes.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28995" y="2935129"/>
            <a:ext cx="6624876" cy="845225"/>
          </a:xfrm>
          <a:prstGeom prst="roundRect">
            <a:avLst>
              <a:gd name="adj" fmla="val 8655"/>
            </a:avLst>
          </a:prstGeom>
          <a:solidFill>
            <a:srgbClr val="1C1D1F"/>
          </a:solidFill>
          <a:ln w="15240">
            <a:solidFill>
              <a:srgbClr val="9FA5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13755" y="2935129"/>
            <a:ext cx="60960" cy="845225"/>
          </a:xfrm>
          <a:prstGeom prst="roundRect">
            <a:avLst>
              <a:gd name="adj" fmla="val 32545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22114" y="3082528"/>
            <a:ext cx="1653183" cy="206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Dynamic Topology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22114" y="3421380"/>
            <a:ext cx="6284357" cy="211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Ephemeral connections, breaking trust.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8995" y="3912513"/>
            <a:ext cx="6624876" cy="845225"/>
          </a:xfrm>
          <a:prstGeom prst="roundRect">
            <a:avLst>
              <a:gd name="adj" fmla="val 8655"/>
            </a:avLst>
          </a:prstGeom>
          <a:solidFill>
            <a:srgbClr val="1C1D1F"/>
          </a:solidFill>
          <a:ln w="15240">
            <a:solidFill>
              <a:srgbClr val="9FA5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13755" y="3912513"/>
            <a:ext cx="60960" cy="845225"/>
          </a:xfrm>
          <a:prstGeom prst="roundRect">
            <a:avLst>
              <a:gd name="adj" fmla="val 32545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22114" y="4059912"/>
            <a:ext cx="1653183" cy="206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Limited Bandwidth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22114" y="4398764"/>
            <a:ext cx="6284357" cy="211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Restricts security monitoring.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8995" y="4889897"/>
            <a:ext cx="6624876" cy="845225"/>
          </a:xfrm>
          <a:prstGeom prst="roundRect">
            <a:avLst>
              <a:gd name="adj" fmla="val 8655"/>
            </a:avLst>
          </a:prstGeom>
          <a:solidFill>
            <a:srgbClr val="1C1D1F"/>
          </a:solidFill>
          <a:ln w="15240">
            <a:solidFill>
              <a:srgbClr val="9FA5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13755" y="4889897"/>
            <a:ext cx="60960" cy="845225"/>
          </a:xfrm>
          <a:prstGeom prst="roundRect">
            <a:avLst>
              <a:gd name="adj" fmla="val 32545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22114" y="5037296"/>
            <a:ext cx="1653183" cy="206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Strict Latency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22114" y="5376148"/>
            <a:ext cx="6284357" cy="211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Real-time threat detection needed.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484150" y="1561148"/>
            <a:ext cx="1983819" cy="247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Attack Vectors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7484150" y="1957745"/>
            <a:ext cx="6624876" cy="845225"/>
          </a:xfrm>
          <a:prstGeom prst="roundRect">
            <a:avLst>
              <a:gd name="adj" fmla="val 8655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468910" y="1957745"/>
            <a:ext cx="60960" cy="845225"/>
          </a:xfrm>
          <a:prstGeom prst="roundRect">
            <a:avLst>
              <a:gd name="adj" fmla="val 32545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992797" y="2105144"/>
            <a:ext cx="1653183" cy="206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Denial of Service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677269" y="2443996"/>
            <a:ext cx="6284357" cy="211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00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CRITICAL:</a:t>
            </a: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Overwhelms network, blocks messages.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484150" y="2935129"/>
            <a:ext cx="6624876" cy="845225"/>
          </a:xfrm>
          <a:prstGeom prst="roundRect">
            <a:avLst>
              <a:gd name="adj" fmla="val 8655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468910" y="2935129"/>
            <a:ext cx="60960" cy="845225"/>
          </a:xfrm>
          <a:prstGeom prst="roundRect">
            <a:avLst>
              <a:gd name="adj" fmla="val 32545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992797" y="3082528"/>
            <a:ext cx="1653183" cy="206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Sybil Attack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677269" y="3421380"/>
            <a:ext cx="6284357" cy="211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00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HIGH:</a:t>
            </a: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Multiple fake identities manipulate data.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484150" y="3912513"/>
            <a:ext cx="6624876" cy="845225"/>
          </a:xfrm>
          <a:prstGeom prst="roundRect">
            <a:avLst>
              <a:gd name="adj" fmla="val 8655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468910" y="3912513"/>
            <a:ext cx="60960" cy="845225"/>
          </a:xfrm>
          <a:prstGeom prst="roundRect">
            <a:avLst>
              <a:gd name="adj" fmla="val 32545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992797" y="4059912"/>
            <a:ext cx="1653183" cy="206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Impersonation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677269" y="4398764"/>
            <a:ext cx="6284357" cy="211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00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HIGH:</a:t>
            </a: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Spoof identities, inject false info.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484150" y="4889897"/>
            <a:ext cx="6624876" cy="845225"/>
          </a:xfrm>
          <a:prstGeom prst="roundRect">
            <a:avLst>
              <a:gd name="adj" fmla="val 8655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468910" y="4889897"/>
            <a:ext cx="60960" cy="845225"/>
          </a:xfrm>
          <a:prstGeom prst="roundRect">
            <a:avLst>
              <a:gd name="adj" fmla="val 32545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992797" y="5037296"/>
            <a:ext cx="1653183" cy="206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Malicious Insiders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677269" y="5376148"/>
            <a:ext cx="6284357" cy="211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00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CRITICAL:</a:t>
            </a: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Compromised nodes launch attacks.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484150" y="5867281"/>
            <a:ext cx="6624876" cy="845225"/>
          </a:xfrm>
          <a:prstGeom prst="roundRect">
            <a:avLst>
              <a:gd name="adj" fmla="val 8655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468910" y="5867281"/>
            <a:ext cx="60960" cy="845225"/>
          </a:xfrm>
          <a:prstGeom prst="roundRect">
            <a:avLst>
              <a:gd name="adj" fmla="val 32545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9992797" y="6014680"/>
            <a:ext cx="1653183" cy="206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Data Injection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677269" y="6353532"/>
            <a:ext cx="6284357" cy="211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00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CRITICAL:</a:t>
            </a: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Inject false sensor data, cause accidents.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484150" y="6844665"/>
            <a:ext cx="6624876" cy="845225"/>
          </a:xfrm>
          <a:prstGeom prst="roundRect">
            <a:avLst>
              <a:gd name="adj" fmla="val 8655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468910" y="6844665"/>
            <a:ext cx="60960" cy="845225"/>
          </a:xfrm>
          <a:prstGeom prst="roundRect">
            <a:avLst>
              <a:gd name="adj" fmla="val 32545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992797" y="6992064"/>
            <a:ext cx="1653183" cy="206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Collusion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677269" y="7330916"/>
            <a:ext cx="6284357" cy="211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00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HIGH:</a:t>
            </a: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Coordinated nodes evade detection.</a:t>
            </a:r>
            <a:endParaRPr lang="en-US" sz="1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D85B284E-C9B2-913F-ACD3-00B700B5EE64}"/>
                  </a:ext>
                </a:extLst>
              </p14:cNvPr>
              <p14:cNvContentPartPr/>
              <p14:nvPr/>
            </p14:nvContentPartPr>
            <p14:xfrm>
              <a:off x="12931560" y="7832598"/>
              <a:ext cx="1519200" cy="26388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D85B284E-C9B2-913F-ACD3-00B700B5EE6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68920" y="7769958"/>
                <a:ext cx="1644840" cy="389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2466" y="641628"/>
            <a:ext cx="8582978" cy="533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Intrusion Detection Systems (IDS) in VANETs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682466" y="1516023"/>
            <a:ext cx="13265468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IDS monitor VANETs for malicious activity. Essential for rapid detection and response, ensuring integrity, availability, and confidentiality of safety communications.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2466" y="2044779"/>
            <a:ext cx="2559248" cy="31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IDS Classification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2466" y="2620566"/>
            <a:ext cx="13265468" cy="4502468"/>
          </a:xfrm>
          <a:prstGeom prst="roundRect">
            <a:avLst>
              <a:gd name="adj" fmla="val 568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90086" y="2628186"/>
            <a:ext cx="13250228" cy="49268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0822" y="2738080"/>
            <a:ext cx="2967514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Category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77189" y="2738080"/>
            <a:ext cx="428863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Type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814673" y="2738080"/>
            <a:ext cx="4955024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Description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0086" y="3120866"/>
            <a:ext cx="13250228" cy="49268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0822" y="3230761"/>
            <a:ext cx="2967514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Monitoring Scope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77189" y="3230761"/>
            <a:ext cx="428863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Host-Based (HIDS)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814673" y="3230761"/>
            <a:ext cx="4955024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Monitors individual vehicle systems and OBU data.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90086" y="3613547"/>
            <a:ext cx="13250228" cy="49268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0822" y="3723442"/>
            <a:ext cx="2967514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77189" y="3723442"/>
            <a:ext cx="428863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Network-Based (NIDS)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814673" y="3723442"/>
            <a:ext cx="4955024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Analyzes VANET traffic from RSU/central points.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90086" y="4106228"/>
            <a:ext cx="13250228" cy="76557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0822" y="4216122"/>
            <a:ext cx="2967514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Detection Technique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77189" y="4216122"/>
            <a:ext cx="428863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Signature-Based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814673" y="4216122"/>
            <a:ext cx="4955024" cy="545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Detects known attacks via signatures; high accuracy, limited to known threats.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90086" y="4871799"/>
            <a:ext cx="13250228" cy="49268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60822" y="4981694"/>
            <a:ext cx="2967514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77189" y="4981694"/>
            <a:ext cx="428863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Anomaly-Based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814673" y="4981694"/>
            <a:ext cx="4955024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Identifies novel threats by detecting abnormal behavior.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90086" y="5364480"/>
            <a:ext cx="13250228" cy="76557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60822" y="5474375"/>
            <a:ext cx="2967514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77189" y="5474375"/>
            <a:ext cx="428863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Centralized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814673" y="5474375"/>
            <a:ext cx="4955024" cy="545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Single analysis point; comprehensive but single point of failure.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90086" y="6130052"/>
            <a:ext cx="13250228" cy="49268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60822" y="6239947"/>
            <a:ext cx="2967514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177189" y="6239947"/>
            <a:ext cx="428863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Distributed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814673" y="6239947"/>
            <a:ext cx="4955024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Independent IDS at each node; autonomous decision-making.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90086" y="6622733"/>
            <a:ext cx="13250228" cy="49268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60822" y="6732627"/>
            <a:ext cx="2967514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177189" y="6732627"/>
            <a:ext cx="428863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Cooperative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814673" y="6732627"/>
            <a:ext cx="4955024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Multiple IDS nodes collaborate, share threat intelligence.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82466" y="7314962"/>
            <a:ext cx="13265468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IDS selection depends on VANET requirements, resources, and threat models. Hybrid approaches often provide optimal security.</a:t>
            </a:r>
            <a:endParaRPr lang="en-US" sz="13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28B9C063-E6F9-3530-C247-60EBABCB8C7C}"/>
                  </a:ext>
                </a:extLst>
              </p14:cNvPr>
              <p14:cNvContentPartPr/>
              <p14:nvPr/>
            </p14:nvContentPartPr>
            <p14:xfrm>
              <a:off x="12876840" y="7845918"/>
              <a:ext cx="1574280" cy="24012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28B9C063-E6F9-3530-C247-60EBABCB8C7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13840" y="7782918"/>
                <a:ext cx="1699920" cy="365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9722" y="434935"/>
            <a:ext cx="3935968" cy="491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Hybrid IDS Approach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29722" y="1241703"/>
            <a:ext cx="13370957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Hybrid IDS (HIDS + NIDS) offers comprehensive security for complex VANET threats, combining local precision with global awareness for enhanced resilience.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29722" y="1847612"/>
            <a:ext cx="5668089" cy="2197298"/>
          </a:xfrm>
          <a:prstGeom prst="roundRect">
            <a:avLst>
              <a:gd name="adj" fmla="val 1075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7122" y="2005013"/>
            <a:ext cx="2243257" cy="245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HOST-BASED IDS (HIDS)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7122" y="2408396"/>
            <a:ext cx="5353288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Location:</a:t>
            </a:r>
            <a:r>
              <a:rPr lang="en-US" sz="12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On-board vehicle units (OBU)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7122" y="2715220"/>
            <a:ext cx="5353288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Monitoring:</a:t>
            </a:r>
            <a:r>
              <a:rPr lang="en-US" sz="12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Local system activities, sensor 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7122" y="3022044"/>
            <a:ext cx="5353288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Detection:</a:t>
            </a:r>
            <a:r>
              <a:rPr lang="en-US" sz="12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Internal threats, compromised nodes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7122" y="3328868"/>
            <a:ext cx="5353288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Response:</a:t>
            </a:r>
            <a:r>
              <a:rPr lang="en-US" sz="12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Immediate local alerts/mitigation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7122" y="3635693"/>
            <a:ext cx="5353288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Advantage:</a:t>
            </a:r>
            <a:r>
              <a:rPr lang="en-US" sz="12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Fast detection, low latency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89527" y="1827967"/>
            <a:ext cx="1016079" cy="302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↔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8097322" y="1847612"/>
            <a:ext cx="5918359" cy="2197298"/>
          </a:xfrm>
          <a:prstGeom prst="roundRect">
            <a:avLst>
              <a:gd name="adj" fmla="val 1075"/>
            </a:avLst>
          </a:prstGeom>
          <a:solidFill>
            <a:srgbClr val="2D2F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54722" y="2005013"/>
            <a:ext cx="2708672" cy="245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NETWORK-BASED IDS (NIDS)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54722" y="2408396"/>
            <a:ext cx="5603558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Location:</a:t>
            </a:r>
            <a:r>
              <a:rPr lang="en-US" sz="12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RSU nodes for network-wide monitoring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54722" y="2715220"/>
            <a:ext cx="5603558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Monitoring:</a:t>
            </a:r>
            <a:r>
              <a:rPr lang="en-US" sz="12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Network traffic, communication flows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54722" y="3022044"/>
            <a:ext cx="5603558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Detection:</a:t>
            </a:r>
            <a:r>
              <a:rPr lang="en-US" sz="12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Coordinated attacks, network anomalies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54722" y="3328868"/>
            <a:ext cx="5603558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Response:</a:t>
            </a:r>
            <a:r>
              <a:rPr lang="en-US" sz="12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Broader analysis, coordinated response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54722" y="3635693"/>
            <a:ext cx="5603558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Advantage:</a:t>
            </a:r>
            <a:r>
              <a:rPr lang="en-US" sz="12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Detects sophisticated, distributed threats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9722" y="4477654"/>
            <a:ext cx="13370957" cy="27265"/>
          </a:xfrm>
          <a:prstGeom prst="rect">
            <a:avLst/>
          </a:prstGeom>
          <a:solidFill>
            <a:srgbClr val="C2C4B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9722" y="4740950"/>
            <a:ext cx="296263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Hybrid Integration Benefits</a:t>
            </a:r>
            <a:endParaRPr lang="en-US" sz="185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9722" y="5272326"/>
            <a:ext cx="314801" cy="314801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29722" y="5783818"/>
            <a:ext cx="1967984" cy="245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Improved Detection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29722" y="6124218"/>
            <a:ext cx="6587133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Higher true positives, lower false positives via cross-validation.</a:t>
            </a:r>
            <a:endParaRPr lang="en-US" sz="12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13546" y="5272326"/>
            <a:ext cx="314801" cy="314801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413546" y="5783818"/>
            <a:ext cx="1967984" cy="245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Enhanced Resilience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7413546" y="6124218"/>
            <a:ext cx="6587133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Redundant layers ensure continuous threat identification.</a:t>
            </a:r>
            <a:endParaRPr lang="en-US" sz="120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9722" y="6690836"/>
            <a:ext cx="314801" cy="314801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29722" y="7202329"/>
            <a:ext cx="1967984" cy="245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Intelligent Data Flow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629722" y="7542728"/>
            <a:ext cx="6587133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HIDS alerts feed NIDS for correlation and context.</a:t>
            </a:r>
            <a:endParaRPr lang="en-US" sz="12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13546" y="6690836"/>
            <a:ext cx="314801" cy="314801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413546" y="7202329"/>
            <a:ext cx="1967984" cy="245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Better Classification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7413546" y="7542728"/>
            <a:ext cx="6587133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Multi-layer analysis improves threat accuracy and response.</a:t>
            </a:r>
            <a:endParaRPr lang="en-US" sz="12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A6ACB34A-1243-070C-8F5C-5BE900F7CAE2}"/>
                  </a:ext>
                </a:extLst>
              </p14:cNvPr>
              <p14:cNvContentPartPr/>
              <p14:nvPr/>
            </p14:nvContentPartPr>
            <p14:xfrm>
              <a:off x="12907440" y="7788318"/>
              <a:ext cx="1523520" cy="28548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A6ACB34A-1243-070C-8F5C-5BE900F7CAE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844440" y="7725678"/>
                <a:ext cx="1649160" cy="411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1858" y="399931"/>
            <a:ext cx="4902398" cy="454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Proposed Hybrid IDS Solution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581858" y="1145262"/>
            <a:ext cx="13466683" cy="465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Solution Overview:</a:t>
            </a: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A comprehensive hybrid intrusion detection system that integrates Host-Based IDS (HIDS) at vehicle level and Network-Based IDS (NIDS) at infrastructure level for enhanced VANET security.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1858" y="1828919"/>
            <a:ext cx="2909292" cy="363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Key Components:</a:t>
            </a:r>
            <a:endParaRPr lang="en-US" sz="2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1858" y="2410778"/>
            <a:ext cx="363617" cy="3636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1858" y="2956203"/>
            <a:ext cx="1818323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HIDS Module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81858" y="3270647"/>
            <a:ext cx="4367689" cy="465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Deployed on OBUs for local threat detection and immediate response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31356" y="2410778"/>
            <a:ext cx="363617" cy="36361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31356" y="2956203"/>
            <a:ext cx="1818323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NIDS Module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131356" y="3270647"/>
            <a:ext cx="4367689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Deployed on RSUs for network-wide monitoring and correlation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80853" y="2410778"/>
            <a:ext cx="363617" cy="36361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80853" y="2956203"/>
            <a:ext cx="1818323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Coordination Layer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9680853" y="3270647"/>
            <a:ext cx="4367689" cy="465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Enables communication and data sharing between HIDS and NIDS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1858" y="4027051"/>
            <a:ext cx="363617" cy="36361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81858" y="4572476"/>
            <a:ext cx="2098477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Machine Learning Engine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581858" y="4886920"/>
            <a:ext cx="4367689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Adaptive learning for evolving threat patterns</a:t>
            </a:r>
            <a:endParaRPr lang="en-US" sz="11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131356" y="4027051"/>
            <a:ext cx="363617" cy="363617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131356" y="4572476"/>
            <a:ext cx="2305169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Real-time Response System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5131356" y="4886920"/>
            <a:ext cx="4367689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Sub-second threat mitigation for safety-critical scenarios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581858" y="5337810"/>
            <a:ext cx="2909292" cy="363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Innovation:</a:t>
            </a:r>
            <a:endParaRPr lang="en-US" sz="22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6389" y="5926872"/>
            <a:ext cx="218123" cy="218123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054537" y="5919668"/>
            <a:ext cx="12994005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First comprehensive hybrid approach specifically designed for VANET environments</a:t>
            </a:r>
            <a:endParaRPr lang="en-US" sz="11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6389" y="6661368"/>
            <a:ext cx="218123" cy="218123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054537" y="6654165"/>
            <a:ext cx="12994005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Real-time coordination between local and global detection mechanisms</a:t>
            </a:r>
            <a:endParaRPr lang="en-US" sz="11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6389" y="7395865"/>
            <a:ext cx="218123" cy="218123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1054537" y="7388662"/>
            <a:ext cx="12994005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Adaptive ML algorithms for zero-day attack detection</a:t>
            </a:r>
            <a:endParaRPr lang="en-US" sz="11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45AABBBE-38CF-E5DA-26C6-489FF40763B8}"/>
                  </a:ext>
                </a:extLst>
              </p14:cNvPr>
              <p14:cNvContentPartPr/>
              <p14:nvPr/>
            </p14:nvContentPartPr>
            <p14:xfrm>
              <a:off x="12935160" y="7764198"/>
              <a:ext cx="1514160" cy="3315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5AABBBE-38CF-E5DA-26C6-489FF40763B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2872520" y="7701198"/>
                <a:ext cx="1639800" cy="457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4494" y="491133"/>
            <a:ext cx="4694873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Research Methodology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14494" y="1406485"/>
            <a:ext cx="1320141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Research Approach:</a:t>
            </a: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Mixed-method approach combining theoretical analysis, system design, simulation, and performance evaluation.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14494" y="1893094"/>
            <a:ext cx="4281368" cy="3512582"/>
          </a:xfrm>
          <a:prstGeom prst="roundRect">
            <a:avLst>
              <a:gd name="adj" fmla="val 763"/>
            </a:avLst>
          </a:prstGeom>
          <a:solidFill>
            <a:srgbClr val="1C1D1F"/>
          </a:solidFill>
          <a:ln w="22860">
            <a:solidFill>
              <a:srgbClr val="545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7354" y="1915954"/>
            <a:ext cx="4235648" cy="535781"/>
          </a:xfrm>
          <a:prstGeom prst="rect">
            <a:avLst/>
          </a:prstGeom>
          <a:solidFill>
            <a:srgbClr val="3B3C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21173" y="2016323"/>
            <a:ext cx="267891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5948" y="2630329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Analysis &amp; Design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15948" y="3016448"/>
            <a:ext cx="387846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Literature review and gap analysis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5948" y="3364706"/>
            <a:ext cx="38784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VANET threat modeling and attack vector identification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5948" y="3998714"/>
            <a:ext cx="387846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Hybrid IDS architecture design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5948" y="4346972"/>
            <a:ext cx="38784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Algorithm development for real-time detection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174456" y="1893094"/>
            <a:ext cx="4281368" cy="3512582"/>
          </a:xfrm>
          <a:prstGeom prst="roundRect">
            <a:avLst>
              <a:gd name="adj" fmla="val 763"/>
            </a:avLst>
          </a:prstGeom>
          <a:solidFill>
            <a:srgbClr val="1C1D1F"/>
          </a:solidFill>
          <a:ln w="22860">
            <a:solidFill>
              <a:srgbClr val="545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197316" y="1915954"/>
            <a:ext cx="4235648" cy="535781"/>
          </a:xfrm>
          <a:prstGeom prst="rect">
            <a:avLst/>
          </a:prstGeom>
          <a:solidFill>
            <a:srgbClr val="3B3C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81136" y="2016323"/>
            <a:ext cx="267891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2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375910" y="2630329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Implementation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5375910" y="3016448"/>
            <a:ext cx="38784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HIDS module development for OBU deployment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75910" y="3650456"/>
            <a:ext cx="38784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NIDS module development for RSU deployment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75910" y="4284464"/>
            <a:ext cx="387846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Coordination layer implementation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75910" y="4632722"/>
            <a:ext cx="387846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Machine learning engine integration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634418" y="1893094"/>
            <a:ext cx="4281368" cy="3512582"/>
          </a:xfrm>
          <a:prstGeom prst="roundRect">
            <a:avLst>
              <a:gd name="adj" fmla="val 763"/>
            </a:avLst>
          </a:prstGeom>
          <a:solidFill>
            <a:srgbClr val="1C1D1F"/>
          </a:solidFill>
          <a:ln w="22860">
            <a:solidFill>
              <a:srgbClr val="545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657278" y="1915954"/>
            <a:ext cx="4235648" cy="535781"/>
          </a:xfrm>
          <a:prstGeom prst="rect">
            <a:avLst/>
          </a:prstGeom>
          <a:solidFill>
            <a:srgbClr val="3B3C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641098" y="2016323"/>
            <a:ext cx="267891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3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835872" y="2630329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Evaluation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9835872" y="3016448"/>
            <a:ext cx="38784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Simulation environment setup (NS-3/SUMO)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835872" y="3650456"/>
            <a:ext cx="387846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Performance metrics evaluation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835872" y="3998714"/>
            <a:ext cx="38784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Comparative analysis with existing solutions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835872" y="4632722"/>
            <a:ext cx="38784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Scalability and real-time performance testing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14494" y="5673566"/>
            <a:ext cx="2679383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Evaluation Metrics: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714494" y="6276261"/>
            <a:ext cx="4281368" cy="642938"/>
          </a:xfrm>
          <a:prstGeom prst="roundRect">
            <a:avLst>
              <a:gd name="adj" fmla="val 4167"/>
            </a:avLst>
          </a:prstGeom>
          <a:solidFill>
            <a:srgbClr val="3B3C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93088" y="6454854"/>
            <a:ext cx="392418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Detection Rate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174456" y="6276261"/>
            <a:ext cx="4281368" cy="642938"/>
          </a:xfrm>
          <a:prstGeom prst="roundRect">
            <a:avLst>
              <a:gd name="adj" fmla="val 4167"/>
            </a:avLst>
          </a:prstGeom>
          <a:solidFill>
            <a:srgbClr val="3B3C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353050" y="6454854"/>
            <a:ext cx="392418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False Positive Rate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634418" y="6276261"/>
            <a:ext cx="4281368" cy="642938"/>
          </a:xfrm>
          <a:prstGeom prst="roundRect">
            <a:avLst>
              <a:gd name="adj" fmla="val 4167"/>
            </a:avLst>
          </a:prstGeom>
          <a:solidFill>
            <a:srgbClr val="3B3C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813012" y="6454854"/>
            <a:ext cx="392418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Response Time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14494" y="7097792"/>
            <a:ext cx="6511290" cy="642938"/>
          </a:xfrm>
          <a:prstGeom prst="roundRect">
            <a:avLst>
              <a:gd name="adj" fmla="val 4167"/>
            </a:avLst>
          </a:prstGeom>
          <a:solidFill>
            <a:srgbClr val="3B3C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93088" y="7276386"/>
            <a:ext cx="615410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Scalability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404378" y="7097792"/>
            <a:ext cx="6511409" cy="642938"/>
          </a:xfrm>
          <a:prstGeom prst="roundRect">
            <a:avLst>
              <a:gd name="adj" fmla="val 4167"/>
            </a:avLst>
          </a:prstGeom>
          <a:solidFill>
            <a:srgbClr val="3B3C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582972" y="7276386"/>
            <a:ext cx="615422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Resource Utilization</a:t>
            </a:r>
            <a:endParaRPr lang="en-US" sz="1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F14DC454-1231-3564-545C-15A4CD716B1A}"/>
                  </a:ext>
                </a:extLst>
              </p14:cNvPr>
              <p14:cNvContentPartPr/>
              <p14:nvPr/>
            </p14:nvContentPartPr>
            <p14:xfrm>
              <a:off x="12958200" y="7846998"/>
              <a:ext cx="1431000" cy="29736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F14DC454-1231-3564-545C-15A4CD716B1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95560" y="7784358"/>
                <a:ext cx="1556640" cy="42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03DF94E7-2A57-50C9-D0E3-ADEA0FF42107}"/>
                  </a:ext>
                </a:extLst>
              </p14:cNvPr>
              <p14:cNvContentPartPr/>
              <p14:nvPr/>
            </p14:nvContentPartPr>
            <p14:xfrm>
              <a:off x="12966480" y="7840878"/>
              <a:ext cx="1498680" cy="20772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03DF94E7-2A57-50C9-D0E3-ADEA0FF4210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903840" y="7777878"/>
                <a:ext cx="1624320" cy="333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9968" y="544116"/>
            <a:ext cx="5870019" cy="546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Hybrid IDS Detection Process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99968" y="1440775"/>
            <a:ext cx="13230463" cy="560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 multi-stage pipeline leveraging local and global intelligence for comprehensive threat identification. Ensures early detection and validation through coordinated analysis.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968" y="2197656"/>
            <a:ext cx="874871" cy="10498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49742" y="2372558"/>
            <a:ext cx="2187416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Data Collection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749742" y="2750820"/>
            <a:ext cx="12180689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Continuous monitoring: network traffic, system activities from OBUs &amp; RSUs. Includes communication patterns, sensor readings, behavioral metrics.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968" y="3247549"/>
            <a:ext cx="874871" cy="104989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49742" y="3422452"/>
            <a:ext cx="2263378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Local Detection (HIDS)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749742" y="3800713"/>
            <a:ext cx="12180689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HIDS at OBUs analyze local activities, sensor readings, behavioral patterns. Identifies anomalies, triggers local alerts &amp; preliminary mitigation.</a:t>
            </a:r>
            <a:endParaRPr lang="en-US" sz="13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968" y="4297442"/>
            <a:ext cx="874871" cy="104989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749742" y="4472345"/>
            <a:ext cx="2397204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Global Detection (NIDS)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1749742" y="4850606"/>
            <a:ext cx="12180689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RSUs aggregate anonymized data from vehicles for network-level analysis. Detects coordinated attacks, Sybil attacks, distributed anomalies.</a:t>
            </a:r>
            <a:endParaRPr lang="en-US" sz="13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968" y="5347335"/>
            <a:ext cx="874871" cy="128813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749742" y="5522238"/>
            <a:ext cx="2187416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Decision &amp; Mitigation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1749742" y="5900499"/>
            <a:ext cx="12180689" cy="560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HIDS/NIDS alerts aggregated at RSU/TA for final validation. Confirmed threats trigger responses: certificate revocation, node isolation, network quarantine.</a:t>
            </a:r>
            <a:endParaRPr lang="en-US" sz="13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968" y="6635472"/>
            <a:ext cx="874871" cy="104989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749742" y="6810375"/>
            <a:ext cx="2187416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Continuous Learning</a:t>
            </a:r>
            <a:endParaRPr lang="en-US" sz="1700" dirty="0"/>
          </a:p>
        </p:txBody>
      </p:sp>
      <p:sp>
        <p:nvSpPr>
          <p:cNvPr id="18" name="Text 11"/>
          <p:cNvSpPr/>
          <p:nvPr/>
        </p:nvSpPr>
        <p:spPr>
          <a:xfrm>
            <a:off x="1749742" y="7188637"/>
            <a:ext cx="12180689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Detection outcomes update threat signatures, refine anomaly models. Improves future accuracy via machine learning adaptation.</a:t>
            </a:r>
            <a:endParaRPr lang="en-US" sz="13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10542FF-B451-FB3B-21EE-9B0546247B5B}"/>
                  </a:ext>
                </a:extLst>
              </p14:cNvPr>
              <p14:cNvContentPartPr/>
              <p14:nvPr/>
            </p14:nvContentPartPr>
            <p14:xfrm>
              <a:off x="12919680" y="7836918"/>
              <a:ext cx="1529640" cy="2358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10542FF-B451-FB3B-21EE-9B0546247B5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857040" y="7773918"/>
                <a:ext cx="1655280" cy="361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2585" y="604123"/>
            <a:ext cx="8028623" cy="533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Comparative Analysis of IDS Approaches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682585" y="1478518"/>
            <a:ext cx="13265229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Evaluating IDS architectures for vehicular networks.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2585" y="1943338"/>
            <a:ext cx="13265229" cy="5217319"/>
          </a:xfrm>
          <a:prstGeom prst="roundRect">
            <a:avLst>
              <a:gd name="adj" fmla="val 491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90205" y="1950958"/>
            <a:ext cx="13249989" cy="4929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0941" y="2060972"/>
            <a:ext cx="230493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Criterion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514725" y="2060972"/>
            <a:ext cx="230112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Centralized IDS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64699" y="2060972"/>
            <a:ext cx="230112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Distributed IDS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814673" y="2060972"/>
            <a:ext cx="230112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Cooperative IDS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64647" y="2060972"/>
            <a:ext cx="230493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Hybrid IDS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0205" y="2443877"/>
            <a:ext cx="13249989" cy="4929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0941" y="2553891"/>
            <a:ext cx="230493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Detection Rate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14725" y="2553891"/>
            <a:ext cx="230112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High (global)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64699" y="2553891"/>
            <a:ext cx="230112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Moderate (local)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814673" y="2553891"/>
            <a:ext cx="230112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High (coordination)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64647" y="2553891"/>
            <a:ext cx="230493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Highest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0205" y="2936796"/>
            <a:ext cx="13249989" cy="4929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0941" y="3046809"/>
            <a:ext cx="230493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False Positives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14725" y="3046809"/>
            <a:ext cx="230112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Moderate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64699" y="3046809"/>
            <a:ext cx="230112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Higher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814673" y="3046809"/>
            <a:ext cx="230112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Lower (validation)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64647" y="3046809"/>
            <a:ext cx="230493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Lowest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90205" y="3429714"/>
            <a:ext cx="13249989" cy="4929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60941" y="3539728"/>
            <a:ext cx="230493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Response Time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514725" y="3539728"/>
            <a:ext cx="230112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Slower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64699" y="3539728"/>
            <a:ext cx="230112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Fast (local)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814673" y="3539728"/>
            <a:ext cx="230112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Moderate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64647" y="3539728"/>
            <a:ext cx="230493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Fast &amp; Validated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90205" y="3922633"/>
            <a:ext cx="13249989" cy="4929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60941" y="4032647"/>
            <a:ext cx="230493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Scalability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514725" y="4032647"/>
            <a:ext cx="230112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Limited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164699" y="4032647"/>
            <a:ext cx="230112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Excellent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814673" y="4032647"/>
            <a:ext cx="230112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Good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464647" y="4032647"/>
            <a:ext cx="230493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Excellent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90205" y="4415552"/>
            <a:ext cx="13249989" cy="4929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60941" y="4525566"/>
            <a:ext cx="230493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Resource Usage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514725" y="4525566"/>
            <a:ext cx="230112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Low (nodes), High (center)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164699" y="4525566"/>
            <a:ext cx="230112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Distributed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814673" y="4525566"/>
            <a:ext cx="230112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Higher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1464647" y="4525566"/>
            <a:ext cx="230493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Moderate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90205" y="4908471"/>
            <a:ext cx="13249989" cy="4929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60941" y="5018484"/>
            <a:ext cx="230493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Single Point of Failure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514725" y="5018484"/>
            <a:ext cx="230112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Yes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164699" y="5018484"/>
            <a:ext cx="230112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No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814673" y="5018484"/>
            <a:ext cx="230112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No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1464647" y="5018484"/>
            <a:ext cx="230493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No (redundant)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90205" y="5401389"/>
            <a:ext cx="13249989" cy="4929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60941" y="5511403"/>
            <a:ext cx="230493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Novel Threat Detection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3514725" y="5511403"/>
            <a:ext cx="230112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Limited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164699" y="5511403"/>
            <a:ext cx="230112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Limited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814673" y="5511403"/>
            <a:ext cx="230112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Better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11464647" y="5511403"/>
            <a:ext cx="230493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Best (ML)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690205" y="5894308"/>
            <a:ext cx="13249989" cy="76581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860941" y="6004322"/>
            <a:ext cx="2304931" cy="545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Coordinated Attack Detection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3514725" y="6004322"/>
            <a:ext cx="230112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Good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6164699" y="6004322"/>
            <a:ext cx="230112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Poor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8814673" y="6004322"/>
            <a:ext cx="230112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Excellent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11464647" y="6004322"/>
            <a:ext cx="230493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Excellent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690205" y="6660118"/>
            <a:ext cx="13249989" cy="4929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860941" y="6770132"/>
            <a:ext cx="230493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Implementation Complexity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3514725" y="6770132"/>
            <a:ext cx="230112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Low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6164699" y="6770132"/>
            <a:ext cx="230112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Moderate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8814673" y="6770132"/>
            <a:ext cx="230112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High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11464647" y="6770132"/>
            <a:ext cx="2304931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High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682585" y="7352586"/>
            <a:ext cx="13265229" cy="27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Hybrid IDS offers superior detection and resilience, favoring complexity for critical vehicular network safety.</a:t>
            </a:r>
            <a:endParaRPr lang="en-US" sz="13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6F6C8E10-10A6-B6F5-9047-582037809E54}"/>
                  </a:ext>
                </a:extLst>
              </p14:cNvPr>
              <p14:cNvContentPartPr/>
              <p14:nvPr/>
            </p14:nvContentPartPr>
            <p14:xfrm>
              <a:off x="12886200" y="7777518"/>
              <a:ext cx="1573560" cy="27396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6F6C8E10-10A6-B6F5-9047-582037809E5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23560" y="7714878"/>
                <a:ext cx="1699200" cy="399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474" y="513874"/>
            <a:ext cx="7043142" cy="584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Conclusion and Future Directions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47474" y="1564957"/>
            <a:ext cx="2803208" cy="35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7474" y="2125385"/>
            <a:ext cx="6339840" cy="1197173"/>
          </a:xfrm>
          <a:prstGeom prst="roundRect">
            <a:avLst>
              <a:gd name="adj" fmla="val 9166"/>
            </a:avLst>
          </a:prstGeom>
          <a:solidFill>
            <a:srgbClr val="1C1D1F"/>
          </a:solidFill>
          <a:ln w="22860">
            <a:solidFill>
              <a:srgbClr val="9FA5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24614" y="2125385"/>
            <a:ext cx="91440" cy="1197173"/>
          </a:xfrm>
          <a:prstGeom prst="roundRect">
            <a:avLst>
              <a:gd name="adj" fmla="val 30656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25723" y="2335054"/>
            <a:ext cx="2336006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IDS Necessity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25723" y="2813804"/>
            <a:ext cx="5851922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IDS critical for VANET security.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47474" y="3509367"/>
            <a:ext cx="6339840" cy="1197173"/>
          </a:xfrm>
          <a:prstGeom prst="roundRect">
            <a:avLst>
              <a:gd name="adj" fmla="val 9166"/>
            </a:avLst>
          </a:prstGeom>
          <a:solidFill>
            <a:srgbClr val="1C1D1F"/>
          </a:solidFill>
          <a:ln w="22860">
            <a:solidFill>
              <a:srgbClr val="9FA5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24614" y="3509367"/>
            <a:ext cx="91440" cy="1197173"/>
          </a:xfrm>
          <a:prstGeom prst="roundRect">
            <a:avLst>
              <a:gd name="adj" fmla="val 30656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5723" y="3719036"/>
            <a:ext cx="2336006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Hybrid Superiority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25723" y="4197787"/>
            <a:ext cx="5851922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Hybrid IDS (HIDS+NIDS) offers comprehensive resilience.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47474" y="4893350"/>
            <a:ext cx="6339840" cy="1197173"/>
          </a:xfrm>
          <a:prstGeom prst="roundRect">
            <a:avLst>
              <a:gd name="adj" fmla="val 9166"/>
            </a:avLst>
          </a:prstGeom>
          <a:solidFill>
            <a:srgbClr val="1C1D1F"/>
          </a:solidFill>
          <a:ln w="22860">
            <a:solidFill>
              <a:srgbClr val="9FA5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24614" y="4893350"/>
            <a:ext cx="91440" cy="1197173"/>
          </a:xfrm>
          <a:prstGeom prst="roundRect">
            <a:avLst>
              <a:gd name="adj" fmla="val 30656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25723" y="5103019"/>
            <a:ext cx="2336006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Safety Imperative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25723" y="5581769"/>
            <a:ext cx="5851922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Effective IDS prevents vehicle safety compromise.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550706" y="1564957"/>
            <a:ext cx="3472220" cy="35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Future Research Directions</a:t>
            </a:r>
            <a:endParaRPr lang="en-US" sz="22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714" y="2131159"/>
            <a:ext cx="280273" cy="280273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157924" y="2125385"/>
            <a:ext cx="2336006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Low-Latency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157924" y="2604135"/>
            <a:ext cx="5732621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Real-time IDS (&lt;10ms latency).</a:t>
            </a:r>
            <a:endParaRPr lang="en-US" sz="145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714" y="3282732"/>
            <a:ext cx="280273" cy="280273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157924" y="3276957"/>
            <a:ext cx="2336006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ML Integration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8157924" y="3755708"/>
            <a:ext cx="5732621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Advanced ML for adaptive threat/zero-day detection.</a:t>
            </a:r>
            <a:endParaRPr lang="en-US" sz="145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714" y="4434304"/>
            <a:ext cx="280273" cy="280273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157924" y="4428530"/>
            <a:ext cx="2336006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Explainable AI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8157924" y="4907280"/>
            <a:ext cx="5732621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Develop XAI for transparent IDS decisions.</a:t>
            </a:r>
            <a:endParaRPr lang="en-US" sz="145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714" y="5585877"/>
            <a:ext cx="280273" cy="280273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157924" y="5580102"/>
            <a:ext cx="2336006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5G/6G Integration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8157924" y="6058853"/>
            <a:ext cx="5732621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Leverage 5G/6G for enhanced IDS.</a:t>
            </a:r>
            <a:endParaRPr lang="en-US" sz="145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714" y="6737449"/>
            <a:ext cx="280273" cy="280273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8157924" y="6731675"/>
            <a:ext cx="2336006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Privacy-Preserving</a:t>
            </a:r>
            <a:endParaRPr lang="en-US" sz="1800" dirty="0"/>
          </a:p>
        </p:txBody>
      </p:sp>
      <p:sp>
        <p:nvSpPr>
          <p:cNvPr id="31" name="Text 24"/>
          <p:cNvSpPr/>
          <p:nvPr/>
        </p:nvSpPr>
        <p:spPr>
          <a:xfrm>
            <a:off x="8157924" y="7210425"/>
            <a:ext cx="5732621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IDS via federated learning/homomorphic encryption.</a:t>
            </a:r>
            <a:endParaRPr lang="en-US" sz="14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9D5B0090-4877-2125-8ADB-876D2E9F7402}"/>
                  </a:ext>
                </a:extLst>
              </p14:cNvPr>
              <p14:cNvContentPartPr/>
              <p14:nvPr/>
            </p14:nvContentPartPr>
            <p14:xfrm>
              <a:off x="12918960" y="7812438"/>
              <a:ext cx="1498680" cy="26496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9D5B0090-4877-2125-8ADB-876D2E9F740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856320" y="7749798"/>
                <a:ext cx="1624320" cy="390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1794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References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038707"/>
            <a:ext cx="6422231" cy="1143476"/>
          </a:xfrm>
          <a:prstGeom prst="roundRect">
            <a:avLst>
              <a:gd name="adj" fmla="val 2604"/>
            </a:avLst>
          </a:prstGeom>
          <a:solidFill>
            <a:srgbClr val="3B3C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92148" y="223706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Nandy et al. (2024)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92148" y="2666286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VANET security &amp; IDS review (52+ citations)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414379" y="2038707"/>
            <a:ext cx="6422231" cy="1143476"/>
          </a:xfrm>
          <a:prstGeom prst="roundRect">
            <a:avLst>
              <a:gd name="adj" fmla="val 2604"/>
            </a:avLst>
          </a:prstGeom>
          <a:solidFill>
            <a:srgbClr val="3B3C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12737" y="223706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Rajarajan et al. (2016)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612737" y="2666286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Host-based IDS for VANETs (256+ citations)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93790" y="3380542"/>
            <a:ext cx="6422231" cy="1143476"/>
          </a:xfrm>
          <a:prstGeom prst="roundRect">
            <a:avLst>
              <a:gd name="adj" fmla="val 2604"/>
            </a:avLst>
          </a:prstGeom>
          <a:solidFill>
            <a:srgbClr val="3B3C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92148" y="3578900"/>
            <a:ext cx="257782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Manderna et al. (2023)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92148" y="4008120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ML-cascaded IDS for VANET (53+ citations)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414379" y="3380542"/>
            <a:ext cx="6422231" cy="1143476"/>
          </a:xfrm>
          <a:prstGeom prst="roundRect">
            <a:avLst>
              <a:gd name="adj" fmla="val 2604"/>
            </a:avLst>
          </a:prstGeom>
          <a:solidFill>
            <a:srgbClr val="3B3C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12737" y="3578900"/>
            <a:ext cx="297418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Venkatasamy et al. (2024)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612737" y="4008120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IDS for V2X communication (13+ citations)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93790" y="4722376"/>
            <a:ext cx="6422231" cy="1143476"/>
          </a:xfrm>
          <a:prstGeom prst="roundRect">
            <a:avLst>
              <a:gd name="adj" fmla="val 2604"/>
            </a:avLst>
          </a:prstGeom>
          <a:solidFill>
            <a:srgbClr val="3B3C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92148" y="492073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Hassan et al. (2023)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92148" y="5349954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Explainable AI for VANET IDS (20+ citations)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7414379" y="4722376"/>
            <a:ext cx="6422231" cy="1143476"/>
          </a:xfrm>
          <a:prstGeom prst="roundRect">
            <a:avLst>
              <a:gd name="adj" fmla="val 2604"/>
            </a:avLst>
          </a:prstGeom>
          <a:solidFill>
            <a:srgbClr val="3B3C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612737" y="492073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Yeferny et al. (2021)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7612737" y="5349954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VANETs: architecture, apps, challenges (53+ citations)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793790" y="6064210"/>
            <a:ext cx="6422231" cy="1143476"/>
          </a:xfrm>
          <a:prstGeom prst="roundRect">
            <a:avLst>
              <a:gd name="adj" fmla="val 2604"/>
            </a:avLst>
          </a:prstGeom>
          <a:solidFill>
            <a:srgbClr val="3B3C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92148" y="626256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Hasrouny et al. (2017)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92148" y="6691789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VANET security survey (862+ citations)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7414379" y="6064210"/>
            <a:ext cx="6422231" cy="1143476"/>
          </a:xfrm>
          <a:prstGeom prst="roundRect">
            <a:avLst>
              <a:gd name="adj" fmla="val 2604"/>
            </a:avLst>
          </a:prstGeom>
          <a:solidFill>
            <a:srgbClr val="3B3C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612737" y="6262568"/>
            <a:ext cx="358175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Springer Research Team (2020)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7612737" y="6691789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VANETs Cloud: architecture, solutions</a:t>
            </a:r>
            <a:endParaRPr lang="en-US" sz="15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F9F930A0-801F-186D-8D58-7FE6F1CD2510}"/>
                  </a:ext>
                </a:extLst>
              </p14:cNvPr>
              <p14:cNvContentPartPr/>
              <p14:nvPr/>
            </p14:nvContentPartPr>
            <p14:xfrm>
              <a:off x="12866040" y="7791198"/>
              <a:ext cx="1575000" cy="31248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F9F930A0-801F-186D-8D58-7FE6F1CD251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03040" y="7728558"/>
                <a:ext cx="1700640" cy="43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32492F5F-B30E-5D46-3C4B-A7F18F20381B}"/>
                  </a:ext>
                </a:extLst>
              </p14:cNvPr>
              <p14:cNvContentPartPr/>
              <p14:nvPr/>
            </p14:nvContentPartPr>
            <p14:xfrm>
              <a:off x="7498800" y="564918"/>
              <a:ext cx="360" cy="3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32492F5F-B30E-5D46-3C4B-A7F18F20381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435800" y="502278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1735</Words>
  <Application>Microsoft Macintosh PowerPoint</Application>
  <PresentationFormat>Custom</PresentationFormat>
  <Paragraphs>294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Outfit Bold</vt:lpstr>
      <vt:lpstr>Bitter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Prasham Jain [CSE - 2024]</cp:lastModifiedBy>
  <cp:revision>3</cp:revision>
  <dcterms:created xsi:type="dcterms:W3CDTF">2025-11-19T09:55:38Z</dcterms:created>
  <dcterms:modified xsi:type="dcterms:W3CDTF">2025-11-19T10:05:47Z</dcterms:modified>
</cp:coreProperties>
</file>